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2AE46-37CA-3D49-8FC3-982B133B5379}" v="1" dt="2026-04-30T18:14:49.537"/>
    <p1510:client id="{7622C830-163B-319E-215F-C6ACA9E722A5}" v="106" dt="2026-05-01T15:39:18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ADEE2C-3EEA-482F-967C-C72C1CED4C4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s-CO"/>
        </a:p>
      </dgm:t>
    </dgm:pt>
    <dgm:pt modelId="{F93DF43C-28EC-400D-A4F4-8F3AA33862A7}">
      <dgm:prSet phldrT="[Texto]" custT="1"/>
      <dgm:spPr/>
      <dgm:t>
        <a:bodyPr/>
        <a:lstStyle/>
        <a:p>
          <a:r>
            <a:rPr lang="es-MX" sz="1600" b="1" i="1" dirty="0"/>
            <a:t>Radicación PQRS</a:t>
          </a:r>
          <a:endParaRPr lang="es-CO" sz="1600" b="1" i="1" dirty="0"/>
        </a:p>
      </dgm:t>
    </dgm:pt>
    <dgm:pt modelId="{F8ABACD2-103A-4701-9A46-92B241BC2839}" type="parTrans" cxnId="{A554F518-6FC8-48AC-B2D4-779D1EBAA1C2}">
      <dgm:prSet/>
      <dgm:spPr/>
      <dgm:t>
        <a:bodyPr/>
        <a:lstStyle/>
        <a:p>
          <a:endParaRPr lang="es-CO"/>
        </a:p>
      </dgm:t>
    </dgm:pt>
    <dgm:pt modelId="{DDB8CCB7-D8B7-497D-9504-4160FE259312}" type="sibTrans" cxnId="{A554F518-6FC8-48AC-B2D4-779D1EBAA1C2}">
      <dgm:prSet/>
      <dgm:spPr/>
      <dgm:t>
        <a:bodyPr/>
        <a:lstStyle/>
        <a:p>
          <a:endParaRPr lang="es-CO"/>
        </a:p>
      </dgm:t>
    </dgm:pt>
    <dgm:pt modelId="{7A909F50-03B8-41B1-8F0E-7BA61DA22727}">
      <dgm:prSet phldrT="[Texto]"/>
      <dgm:spPr/>
      <dgm:t>
        <a:bodyPr/>
        <a:lstStyle/>
        <a:p>
          <a:r>
            <a:rPr lang="es-MX" dirty="0"/>
            <a:t>Ingreso de datos personales </a:t>
          </a:r>
          <a:endParaRPr lang="es-CO" dirty="0"/>
        </a:p>
      </dgm:t>
    </dgm:pt>
    <dgm:pt modelId="{96B43F7D-CF2F-4AE0-9646-85D348B616C9}" type="parTrans" cxnId="{1DBC2AFC-FD7B-4F38-947B-140830172167}">
      <dgm:prSet/>
      <dgm:spPr/>
      <dgm:t>
        <a:bodyPr/>
        <a:lstStyle/>
        <a:p>
          <a:endParaRPr lang="es-CO"/>
        </a:p>
      </dgm:t>
    </dgm:pt>
    <dgm:pt modelId="{1ADCF6DC-30B5-4335-BB14-F236241F7D82}" type="sibTrans" cxnId="{1DBC2AFC-FD7B-4F38-947B-140830172167}">
      <dgm:prSet/>
      <dgm:spPr/>
      <dgm:t>
        <a:bodyPr/>
        <a:lstStyle/>
        <a:p>
          <a:endParaRPr lang="es-CO"/>
        </a:p>
      </dgm:t>
    </dgm:pt>
    <dgm:pt modelId="{D7AB3768-A3DE-4897-99AC-9B6DBA6A5CE8}">
      <dgm:prSet phldrT="[Texto]"/>
      <dgm:spPr/>
      <dgm:t>
        <a:bodyPr/>
        <a:lstStyle/>
        <a:p>
          <a:r>
            <a:rPr lang="es-MX" dirty="0"/>
            <a:t>Confirmación vía email</a:t>
          </a:r>
          <a:endParaRPr lang="es-CO" dirty="0"/>
        </a:p>
      </dgm:t>
    </dgm:pt>
    <dgm:pt modelId="{476A18FF-8865-47CF-9619-ECEEB1CC3104}" type="parTrans" cxnId="{B46F48B7-E8AB-45C8-860A-E38A49AD7E3E}">
      <dgm:prSet/>
      <dgm:spPr/>
      <dgm:t>
        <a:bodyPr/>
        <a:lstStyle/>
        <a:p>
          <a:endParaRPr lang="es-CO"/>
        </a:p>
      </dgm:t>
    </dgm:pt>
    <dgm:pt modelId="{891CF329-A0F0-467F-AE61-5415DA13F1DC}" type="sibTrans" cxnId="{B46F48B7-E8AB-45C8-860A-E38A49AD7E3E}">
      <dgm:prSet/>
      <dgm:spPr/>
      <dgm:t>
        <a:bodyPr/>
        <a:lstStyle/>
        <a:p>
          <a:endParaRPr lang="es-CO"/>
        </a:p>
      </dgm:t>
    </dgm:pt>
    <dgm:pt modelId="{4F437DA4-1A00-40DD-AD34-7F9F947288F2}">
      <dgm:prSet phldrT="[Texto]"/>
      <dgm:spPr/>
      <dgm:t>
        <a:bodyPr/>
        <a:lstStyle/>
        <a:p>
          <a:r>
            <a:rPr lang="es-MX" dirty="0"/>
            <a:t>Adjuntar documento PDF</a:t>
          </a:r>
          <a:endParaRPr lang="es-CO" dirty="0"/>
        </a:p>
      </dgm:t>
    </dgm:pt>
    <dgm:pt modelId="{79FD3650-4015-4CCA-B5AC-5AC7B65BCDA8}" type="parTrans" cxnId="{D4605F44-05C0-4127-A99D-C77D7236F863}">
      <dgm:prSet/>
      <dgm:spPr/>
      <dgm:t>
        <a:bodyPr/>
        <a:lstStyle/>
        <a:p>
          <a:endParaRPr lang="es-CO"/>
        </a:p>
      </dgm:t>
    </dgm:pt>
    <dgm:pt modelId="{DA9A370D-EA53-452E-B051-959C97CA6E3E}" type="sibTrans" cxnId="{D4605F44-05C0-4127-A99D-C77D7236F863}">
      <dgm:prSet/>
      <dgm:spPr/>
      <dgm:t>
        <a:bodyPr/>
        <a:lstStyle/>
        <a:p>
          <a:endParaRPr lang="es-CO"/>
        </a:p>
      </dgm:t>
    </dgm:pt>
    <dgm:pt modelId="{81DC9308-65EF-4A1E-9D76-08147D251AB5}" type="pres">
      <dgm:prSet presAssocID="{02ADEE2C-3EEA-482F-967C-C72C1CED4C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1DDD78-A874-4C8D-A067-AE9B28CB3653}" type="pres">
      <dgm:prSet presAssocID="{F93DF43C-28EC-400D-A4F4-8F3AA33862A7}" presName="hierRoot1" presStyleCnt="0"/>
      <dgm:spPr/>
    </dgm:pt>
    <dgm:pt modelId="{091EAD3D-84D7-4E48-B50D-B41A6EA89B18}" type="pres">
      <dgm:prSet presAssocID="{F93DF43C-28EC-400D-A4F4-8F3AA33862A7}" presName="composite" presStyleCnt="0"/>
      <dgm:spPr/>
    </dgm:pt>
    <dgm:pt modelId="{91CD7489-7F75-420E-9203-2222613DF59C}" type="pres">
      <dgm:prSet presAssocID="{F93DF43C-28EC-400D-A4F4-8F3AA33862A7}" presName="background" presStyleLbl="node0" presStyleIdx="0" presStyleCnt="1"/>
      <dgm:spPr/>
    </dgm:pt>
    <dgm:pt modelId="{4B0F5294-144C-4245-9DCC-3F12459DB93A}" type="pres">
      <dgm:prSet presAssocID="{F93DF43C-28EC-400D-A4F4-8F3AA33862A7}" presName="text" presStyleLbl="fgAcc0" presStyleIdx="0" presStyleCnt="1" custScaleX="120076" custScaleY="132044">
        <dgm:presLayoutVars>
          <dgm:chPref val="3"/>
        </dgm:presLayoutVars>
      </dgm:prSet>
      <dgm:spPr/>
    </dgm:pt>
    <dgm:pt modelId="{C4700324-87DE-4CD3-A7A2-A2AB2B6082C3}" type="pres">
      <dgm:prSet presAssocID="{F93DF43C-28EC-400D-A4F4-8F3AA33862A7}" presName="hierChild2" presStyleCnt="0"/>
      <dgm:spPr/>
    </dgm:pt>
    <dgm:pt modelId="{6906B20B-2C45-4FCC-A8BF-9B022A8F990C}" type="pres">
      <dgm:prSet presAssocID="{96B43F7D-CF2F-4AE0-9646-85D348B616C9}" presName="Name10" presStyleLbl="parChTrans1D2" presStyleIdx="0" presStyleCnt="3"/>
      <dgm:spPr/>
    </dgm:pt>
    <dgm:pt modelId="{AF2C86CC-2E8B-4661-AF0A-13ADE1074139}" type="pres">
      <dgm:prSet presAssocID="{7A909F50-03B8-41B1-8F0E-7BA61DA22727}" presName="hierRoot2" presStyleCnt="0"/>
      <dgm:spPr/>
    </dgm:pt>
    <dgm:pt modelId="{54E833A6-6349-4833-9AB5-B64DD42F2FCE}" type="pres">
      <dgm:prSet presAssocID="{7A909F50-03B8-41B1-8F0E-7BA61DA22727}" presName="composite2" presStyleCnt="0"/>
      <dgm:spPr/>
    </dgm:pt>
    <dgm:pt modelId="{018C85CE-7B81-453A-9485-5B32053D45E4}" type="pres">
      <dgm:prSet presAssocID="{7A909F50-03B8-41B1-8F0E-7BA61DA22727}" presName="background2" presStyleLbl="node2" presStyleIdx="0" presStyleCnt="3"/>
      <dgm:spPr/>
    </dgm:pt>
    <dgm:pt modelId="{5B589D3A-1593-419F-B004-3C2C722B59FE}" type="pres">
      <dgm:prSet presAssocID="{7A909F50-03B8-41B1-8F0E-7BA61DA22727}" presName="text2" presStyleLbl="fgAcc2" presStyleIdx="0" presStyleCnt="3">
        <dgm:presLayoutVars>
          <dgm:chPref val="3"/>
        </dgm:presLayoutVars>
      </dgm:prSet>
      <dgm:spPr/>
    </dgm:pt>
    <dgm:pt modelId="{4D7EB0ED-33F8-4768-9436-F4BDD17ABE5E}" type="pres">
      <dgm:prSet presAssocID="{7A909F50-03B8-41B1-8F0E-7BA61DA22727}" presName="hierChild3" presStyleCnt="0"/>
      <dgm:spPr/>
    </dgm:pt>
    <dgm:pt modelId="{EAA61542-2A35-41CF-9FFC-03AA8B6FE7C7}" type="pres">
      <dgm:prSet presAssocID="{79FD3650-4015-4CCA-B5AC-5AC7B65BCDA8}" presName="Name10" presStyleLbl="parChTrans1D2" presStyleIdx="1" presStyleCnt="3"/>
      <dgm:spPr/>
    </dgm:pt>
    <dgm:pt modelId="{0D1D7454-CF4F-4EF3-8724-18F051906DF6}" type="pres">
      <dgm:prSet presAssocID="{4F437DA4-1A00-40DD-AD34-7F9F947288F2}" presName="hierRoot2" presStyleCnt="0"/>
      <dgm:spPr/>
    </dgm:pt>
    <dgm:pt modelId="{E0D8B3C9-70DE-40D0-AA16-F648C43557A7}" type="pres">
      <dgm:prSet presAssocID="{4F437DA4-1A00-40DD-AD34-7F9F947288F2}" presName="composite2" presStyleCnt="0"/>
      <dgm:spPr/>
    </dgm:pt>
    <dgm:pt modelId="{6BF58F67-A8E4-4C44-A655-E16DBD60844A}" type="pres">
      <dgm:prSet presAssocID="{4F437DA4-1A00-40DD-AD34-7F9F947288F2}" presName="background2" presStyleLbl="node2" presStyleIdx="1" presStyleCnt="3"/>
      <dgm:spPr/>
    </dgm:pt>
    <dgm:pt modelId="{545861A2-68DA-4E1B-ABEE-D8342CB9BCF2}" type="pres">
      <dgm:prSet presAssocID="{4F437DA4-1A00-40DD-AD34-7F9F947288F2}" presName="text2" presStyleLbl="fgAcc2" presStyleIdx="1" presStyleCnt="3">
        <dgm:presLayoutVars>
          <dgm:chPref val="3"/>
        </dgm:presLayoutVars>
      </dgm:prSet>
      <dgm:spPr/>
    </dgm:pt>
    <dgm:pt modelId="{AD04A6C6-7021-4A8A-B050-C1E49AACD430}" type="pres">
      <dgm:prSet presAssocID="{4F437DA4-1A00-40DD-AD34-7F9F947288F2}" presName="hierChild3" presStyleCnt="0"/>
      <dgm:spPr/>
    </dgm:pt>
    <dgm:pt modelId="{510E794C-BF87-4892-948A-C4E828B4ACEA}" type="pres">
      <dgm:prSet presAssocID="{476A18FF-8865-47CF-9619-ECEEB1CC3104}" presName="Name10" presStyleLbl="parChTrans1D2" presStyleIdx="2" presStyleCnt="3"/>
      <dgm:spPr/>
    </dgm:pt>
    <dgm:pt modelId="{54C1E45B-11C1-4431-BBAB-9435AC5E8B39}" type="pres">
      <dgm:prSet presAssocID="{D7AB3768-A3DE-4897-99AC-9B6DBA6A5CE8}" presName="hierRoot2" presStyleCnt="0"/>
      <dgm:spPr/>
    </dgm:pt>
    <dgm:pt modelId="{A38306EF-6DB2-42CF-99FE-B60735088D85}" type="pres">
      <dgm:prSet presAssocID="{D7AB3768-A3DE-4897-99AC-9B6DBA6A5CE8}" presName="composite2" presStyleCnt="0"/>
      <dgm:spPr/>
    </dgm:pt>
    <dgm:pt modelId="{6444DBF2-F7C0-4ABB-9ECA-D5051378FDF9}" type="pres">
      <dgm:prSet presAssocID="{D7AB3768-A3DE-4897-99AC-9B6DBA6A5CE8}" presName="background2" presStyleLbl="node2" presStyleIdx="2" presStyleCnt="3"/>
      <dgm:spPr/>
    </dgm:pt>
    <dgm:pt modelId="{731F0E84-FBB6-4ED5-B713-B716A7D9D525}" type="pres">
      <dgm:prSet presAssocID="{D7AB3768-A3DE-4897-99AC-9B6DBA6A5CE8}" presName="text2" presStyleLbl="fgAcc2" presStyleIdx="2" presStyleCnt="3">
        <dgm:presLayoutVars>
          <dgm:chPref val="3"/>
        </dgm:presLayoutVars>
      </dgm:prSet>
      <dgm:spPr/>
    </dgm:pt>
    <dgm:pt modelId="{E940EDFF-474C-4137-BCAA-E8A7A3113179}" type="pres">
      <dgm:prSet presAssocID="{D7AB3768-A3DE-4897-99AC-9B6DBA6A5CE8}" presName="hierChild3" presStyleCnt="0"/>
      <dgm:spPr/>
    </dgm:pt>
  </dgm:ptLst>
  <dgm:cxnLst>
    <dgm:cxn modelId="{A554F518-6FC8-48AC-B2D4-779D1EBAA1C2}" srcId="{02ADEE2C-3EEA-482F-967C-C72C1CED4C49}" destId="{F93DF43C-28EC-400D-A4F4-8F3AA33862A7}" srcOrd="0" destOrd="0" parTransId="{F8ABACD2-103A-4701-9A46-92B241BC2839}" sibTransId="{DDB8CCB7-D8B7-497D-9504-4160FE259312}"/>
    <dgm:cxn modelId="{86E6582C-3488-4C24-965E-BD662F2C3C57}" type="presOf" srcId="{F93DF43C-28EC-400D-A4F4-8F3AA33862A7}" destId="{4B0F5294-144C-4245-9DCC-3F12459DB93A}" srcOrd="0" destOrd="0" presId="urn:microsoft.com/office/officeart/2005/8/layout/hierarchy1"/>
    <dgm:cxn modelId="{4F273939-9208-41E2-ADCA-64330735609D}" type="presOf" srcId="{7A909F50-03B8-41B1-8F0E-7BA61DA22727}" destId="{5B589D3A-1593-419F-B004-3C2C722B59FE}" srcOrd="0" destOrd="0" presId="urn:microsoft.com/office/officeart/2005/8/layout/hierarchy1"/>
    <dgm:cxn modelId="{2BAE233C-693A-42E3-B612-88F8B101AFA1}" type="presOf" srcId="{79FD3650-4015-4CCA-B5AC-5AC7B65BCDA8}" destId="{EAA61542-2A35-41CF-9FFC-03AA8B6FE7C7}" srcOrd="0" destOrd="0" presId="urn:microsoft.com/office/officeart/2005/8/layout/hierarchy1"/>
    <dgm:cxn modelId="{C1AFBB40-3222-4AE5-A212-5DA64C771831}" type="presOf" srcId="{96B43F7D-CF2F-4AE0-9646-85D348B616C9}" destId="{6906B20B-2C45-4FCC-A8BF-9B022A8F990C}" srcOrd="0" destOrd="0" presId="urn:microsoft.com/office/officeart/2005/8/layout/hierarchy1"/>
    <dgm:cxn modelId="{D4605F44-05C0-4127-A99D-C77D7236F863}" srcId="{F93DF43C-28EC-400D-A4F4-8F3AA33862A7}" destId="{4F437DA4-1A00-40DD-AD34-7F9F947288F2}" srcOrd="1" destOrd="0" parTransId="{79FD3650-4015-4CCA-B5AC-5AC7B65BCDA8}" sibTransId="{DA9A370D-EA53-452E-B051-959C97CA6E3E}"/>
    <dgm:cxn modelId="{1F333993-F5E3-423B-9468-F12B20F4E90C}" type="presOf" srcId="{D7AB3768-A3DE-4897-99AC-9B6DBA6A5CE8}" destId="{731F0E84-FBB6-4ED5-B713-B716A7D9D525}" srcOrd="0" destOrd="0" presId="urn:microsoft.com/office/officeart/2005/8/layout/hierarchy1"/>
    <dgm:cxn modelId="{FDD8709E-3CF9-4B78-B2C4-568EF72FB4FA}" type="presOf" srcId="{476A18FF-8865-47CF-9619-ECEEB1CC3104}" destId="{510E794C-BF87-4892-948A-C4E828B4ACEA}" srcOrd="0" destOrd="0" presId="urn:microsoft.com/office/officeart/2005/8/layout/hierarchy1"/>
    <dgm:cxn modelId="{E1AB43A4-F353-426C-B890-93557B8138F5}" type="presOf" srcId="{4F437DA4-1A00-40DD-AD34-7F9F947288F2}" destId="{545861A2-68DA-4E1B-ABEE-D8342CB9BCF2}" srcOrd="0" destOrd="0" presId="urn:microsoft.com/office/officeart/2005/8/layout/hierarchy1"/>
    <dgm:cxn modelId="{B46F48B7-E8AB-45C8-860A-E38A49AD7E3E}" srcId="{F93DF43C-28EC-400D-A4F4-8F3AA33862A7}" destId="{D7AB3768-A3DE-4897-99AC-9B6DBA6A5CE8}" srcOrd="2" destOrd="0" parTransId="{476A18FF-8865-47CF-9619-ECEEB1CC3104}" sibTransId="{891CF329-A0F0-467F-AE61-5415DA13F1DC}"/>
    <dgm:cxn modelId="{A21BC3C6-4FF1-491D-B778-5BC15E40C570}" type="presOf" srcId="{02ADEE2C-3EEA-482F-967C-C72C1CED4C49}" destId="{81DC9308-65EF-4A1E-9D76-08147D251AB5}" srcOrd="0" destOrd="0" presId="urn:microsoft.com/office/officeart/2005/8/layout/hierarchy1"/>
    <dgm:cxn modelId="{1DBC2AFC-FD7B-4F38-947B-140830172167}" srcId="{F93DF43C-28EC-400D-A4F4-8F3AA33862A7}" destId="{7A909F50-03B8-41B1-8F0E-7BA61DA22727}" srcOrd="0" destOrd="0" parTransId="{96B43F7D-CF2F-4AE0-9646-85D348B616C9}" sibTransId="{1ADCF6DC-30B5-4335-BB14-F236241F7D82}"/>
    <dgm:cxn modelId="{9AE2CA24-B78C-4509-AC3D-E581B23369CF}" type="presParOf" srcId="{81DC9308-65EF-4A1E-9D76-08147D251AB5}" destId="{711DDD78-A874-4C8D-A067-AE9B28CB3653}" srcOrd="0" destOrd="0" presId="urn:microsoft.com/office/officeart/2005/8/layout/hierarchy1"/>
    <dgm:cxn modelId="{60302613-DA54-465F-BDC3-5C67C66BBB78}" type="presParOf" srcId="{711DDD78-A874-4C8D-A067-AE9B28CB3653}" destId="{091EAD3D-84D7-4E48-B50D-B41A6EA89B18}" srcOrd="0" destOrd="0" presId="urn:microsoft.com/office/officeart/2005/8/layout/hierarchy1"/>
    <dgm:cxn modelId="{90D4B1E1-7C7C-4E1E-957F-F33326D78E29}" type="presParOf" srcId="{091EAD3D-84D7-4E48-B50D-B41A6EA89B18}" destId="{91CD7489-7F75-420E-9203-2222613DF59C}" srcOrd="0" destOrd="0" presId="urn:microsoft.com/office/officeart/2005/8/layout/hierarchy1"/>
    <dgm:cxn modelId="{37136029-A26C-4C8F-91DE-B6E0DB1A000E}" type="presParOf" srcId="{091EAD3D-84D7-4E48-B50D-B41A6EA89B18}" destId="{4B0F5294-144C-4245-9DCC-3F12459DB93A}" srcOrd="1" destOrd="0" presId="urn:microsoft.com/office/officeart/2005/8/layout/hierarchy1"/>
    <dgm:cxn modelId="{9482EB33-EB6D-4F47-AF64-E6A2C90A30E0}" type="presParOf" srcId="{711DDD78-A874-4C8D-A067-AE9B28CB3653}" destId="{C4700324-87DE-4CD3-A7A2-A2AB2B6082C3}" srcOrd="1" destOrd="0" presId="urn:microsoft.com/office/officeart/2005/8/layout/hierarchy1"/>
    <dgm:cxn modelId="{84B49204-47CC-4FC0-B3B8-A31057CC4434}" type="presParOf" srcId="{C4700324-87DE-4CD3-A7A2-A2AB2B6082C3}" destId="{6906B20B-2C45-4FCC-A8BF-9B022A8F990C}" srcOrd="0" destOrd="0" presId="urn:microsoft.com/office/officeart/2005/8/layout/hierarchy1"/>
    <dgm:cxn modelId="{13E8C464-2EE2-464D-8AA8-587F310D0EA8}" type="presParOf" srcId="{C4700324-87DE-4CD3-A7A2-A2AB2B6082C3}" destId="{AF2C86CC-2E8B-4661-AF0A-13ADE1074139}" srcOrd="1" destOrd="0" presId="urn:microsoft.com/office/officeart/2005/8/layout/hierarchy1"/>
    <dgm:cxn modelId="{4677AAE2-C971-4829-B58B-5A4A36F34A67}" type="presParOf" srcId="{AF2C86CC-2E8B-4661-AF0A-13ADE1074139}" destId="{54E833A6-6349-4833-9AB5-B64DD42F2FCE}" srcOrd="0" destOrd="0" presId="urn:microsoft.com/office/officeart/2005/8/layout/hierarchy1"/>
    <dgm:cxn modelId="{6191E41A-08EE-4DBE-B89A-8870094462E8}" type="presParOf" srcId="{54E833A6-6349-4833-9AB5-B64DD42F2FCE}" destId="{018C85CE-7B81-453A-9485-5B32053D45E4}" srcOrd="0" destOrd="0" presId="urn:microsoft.com/office/officeart/2005/8/layout/hierarchy1"/>
    <dgm:cxn modelId="{17403143-0B74-443C-B04C-EC9A54B9320F}" type="presParOf" srcId="{54E833A6-6349-4833-9AB5-B64DD42F2FCE}" destId="{5B589D3A-1593-419F-B004-3C2C722B59FE}" srcOrd="1" destOrd="0" presId="urn:microsoft.com/office/officeart/2005/8/layout/hierarchy1"/>
    <dgm:cxn modelId="{92F494F3-4946-4EB2-9ED1-E52872273905}" type="presParOf" srcId="{AF2C86CC-2E8B-4661-AF0A-13ADE1074139}" destId="{4D7EB0ED-33F8-4768-9436-F4BDD17ABE5E}" srcOrd="1" destOrd="0" presId="urn:microsoft.com/office/officeart/2005/8/layout/hierarchy1"/>
    <dgm:cxn modelId="{79BF5E01-F797-494E-917E-87CF8BBE9C1C}" type="presParOf" srcId="{C4700324-87DE-4CD3-A7A2-A2AB2B6082C3}" destId="{EAA61542-2A35-41CF-9FFC-03AA8B6FE7C7}" srcOrd="2" destOrd="0" presId="urn:microsoft.com/office/officeart/2005/8/layout/hierarchy1"/>
    <dgm:cxn modelId="{8F5BAF21-0305-4D8B-B738-E8B6ED5CD5AC}" type="presParOf" srcId="{C4700324-87DE-4CD3-A7A2-A2AB2B6082C3}" destId="{0D1D7454-CF4F-4EF3-8724-18F051906DF6}" srcOrd="3" destOrd="0" presId="urn:microsoft.com/office/officeart/2005/8/layout/hierarchy1"/>
    <dgm:cxn modelId="{2B1D5C9F-3D1A-4846-9E77-3515E0A12E57}" type="presParOf" srcId="{0D1D7454-CF4F-4EF3-8724-18F051906DF6}" destId="{E0D8B3C9-70DE-40D0-AA16-F648C43557A7}" srcOrd="0" destOrd="0" presId="urn:microsoft.com/office/officeart/2005/8/layout/hierarchy1"/>
    <dgm:cxn modelId="{53402940-853C-4B11-9BB3-314ECCF07C2D}" type="presParOf" srcId="{E0D8B3C9-70DE-40D0-AA16-F648C43557A7}" destId="{6BF58F67-A8E4-4C44-A655-E16DBD60844A}" srcOrd="0" destOrd="0" presId="urn:microsoft.com/office/officeart/2005/8/layout/hierarchy1"/>
    <dgm:cxn modelId="{A78C98F8-77B8-48ED-8DA6-CB297536DC21}" type="presParOf" srcId="{E0D8B3C9-70DE-40D0-AA16-F648C43557A7}" destId="{545861A2-68DA-4E1B-ABEE-D8342CB9BCF2}" srcOrd="1" destOrd="0" presId="urn:microsoft.com/office/officeart/2005/8/layout/hierarchy1"/>
    <dgm:cxn modelId="{DB861155-E0A3-47A4-85B1-902DA20EADDA}" type="presParOf" srcId="{0D1D7454-CF4F-4EF3-8724-18F051906DF6}" destId="{AD04A6C6-7021-4A8A-B050-C1E49AACD430}" srcOrd="1" destOrd="0" presId="urn:microsoft.com/office/officeart/2005/8/layout/hierarchy1"/>
    <dgm:cxn modelId="{9DC259C6-632B-4769-97AC-9550B2A6989A}" type="presParOf" srcId="{C4700324-87DE-4CD3-A7A2-A2AB2B6082C3}" destId="{510E794C-BF87-4892-948A-C4E828B4ACEA}" srcOrd="4" destOrd="0" presId="urn:microsoft.com/office/officeart/2005/8/layout/hierarchy1"/>
    <dgm:cxn modelId="{4F9F1B53-A84A-4266-90FB-2E4F4113EDEE}" type="presParOf" srcId="{C4700324-87DE-4CD3-A7A2-A2AB2B6082C3}" destId="{54C1E45B-11C1-4431-BBAB-9435AC5E8B39}" srcOrd="5" destOrd="0" presId="urn:microsoft.com/office/officeart/2005/8/layout/hierarchy1"/>
    <dgm:cxn modelId="{9BEDCC2F-2D56-43DA-8343-DEE42400A084}" type="presParOf" srcId="{54C1E45B-11C1-4431-BBAB-9435AC5E8B39}" destId="{A38306EF-6DB2-42CF-99FE-B60735088D85}" srcOrd="0" destOrd="0" presId="urn:microsoft.com/office/officeart/2005/8/layout/hierarchy1"/>
    <dgm:cxn modelId="{52F497F1-F072-4A3B-9908-9BE0F4BF480C}" type="presParOf" srcId="{A38306EF-6DB2-42CF-99FE-B60735088D85}" destId="{6444DBF2-F7C0-4ABB-9ECA-D5051378FDF9}" srcOrd="0" destOrd="0" presId="urn:microsoft.com/office/officeart/2005/8/layout/hierarchy1"/>
    <dgm:cxn modelId="{CB6DF43F-BCFD-4E91-86E2-6D8356DEF2C4}" type="presParOf" srcId="{A38306EF-6DB2-42CF-99FE-B60735088D85}" destId="{731F0E84-FBB6-4ED5-B713-B716A7D9D525}" srcOrd="1" destOrd="0" presId="urn:microsoft.com/office/officeart/2005/8/layout/hierarchy1"/>
    <dgm:cxn modelId="{9E111965-E4C5-4B94-BA0B-68292BA45FA8}" type="presParOf" srcId="{54C1E45B-11C1-4431-BBAB-9435AC5E8B39}" destId="{E940EDFF-474C-4137-BCAA-E8A7A311317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ADEE2C-3EEA-482F-967C-C72C1CED4C4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s-CO"/>
        </a:p>
      </dgm:t>
    </dgm:pt>
    <dgm:pt modelId="{F93DF43C-28EC-400D-A4F4-8F3AA33862A7}">
      <dgm:prSet phldrT="[Texto]" custT="1"/>
      <dgm:spPr/>
      <dgm:t>
        <a:bodyPr/>
        <a:lstStyle/>
        <a:p>
          <a:r>
            <a:rPr lang="es-MX" sz="1600" b="1" i="1" dirty="0"/>
            <a:t>Consulta</a:t>
          </a:r>
          <a:endParaRPr lang="es-CO" sz="1600" b="1" i="1" dirty="0"/>
        </a:p>
      </dgm:t>
    </dgm:pt>
    <dgm:pt modelId="{F8ABACD2-103A-4701-9A46-92B241BC2839}" type="parTrans" cxnId="{A554F518-6FC8-48AC-B2D4-779D1EBAA1C2}">
      <dgm:prSet/>
      <dgm:spPr/>
      <dgm:t>
        <a:bodyPr/>
        <a:lstStyle/>
        <a:p>
          <a:endParaRPr lang="es-CO"/>
        </a:p>
      </dgm:t>
    </dgm:pt>
    <dgm:pt modelId="{DDB8CCB7-D8B7-497D-9504-4160FE259312}" type="sibTrans" cxnId="{A554F518-6FC8-48AC-B2D4-779D1EBAA1C2}">
      <dgm:prSet/>
      <dgm:spPr/>
      <dgm:t>
        <a:bodyPr/>
        <a:lstStyle/>
        <a:p>
          <a:endParaRPr lang="es-CO"/>
        </a:p>
      </dgm:t>
    </dgm:pt>
    <dgm:pt modelId="{7A909F50-03B8-41B1-8F0E-7BA61DA22727}">
      <dgm:prSet phldrT="[Texto]"/>
      <dgm:spPr/>
      <dgm:t>
        <a:bodyPr/>
        <a:lstStyle/>
        <a:p>
          <a:r>
            <a:rPr lang="es-MX" dirty="0"/>
            <a:t>Listado de radicados </a:t>
          </a:r>
          <a:endParaRPr lang="es-CO" dirty="0"/>
        </a:p>
      </dgm:t>
    </dgm:pt>
    <dgm:pt modelId="{96B43F7D-CF2F-4AE0-9646-85D348B616C9}" type="parTrans" cxnId="{1DBC2AFC-FD7B-4F38-947B-140830172167}">
      <dgm:prSet/>
      <dgm:spPr/>
      <dgm:t>
        <a:bodyPr/>
        <a:lstStyle/>
        <a:p>
          <a:endParaRPr lang="es-CO"/>
        </a:p>
      </dgm:t>
    </dgm:pt>
    <dgm:pt modelId="{1ADCF6DC-30B5-4335-BB14-F236241F7D82}" type="sibTrans" cxnId="{1DBC2AFC-FD7B-4F38-947B-140830172167}">
      <dgm:prSet/>
      <dgm:spPr/>
      <dgm:t>
        <a:bodyPr/>
        <a:lstStyle/>
        <a:p>
          <a:endParaRPr lang="es-CO"/>
        </a:p>
      </dgm:t>
    </dgm:pt>
    <dgm:pt modelId="{4F437DA4-1A00-40DD-AD34-7F9F947288F2}">
      <dgm:prSet phldrT="[Texto]"/>
      <dgm:spPr/>
      <dgm:t>
        <a:bodyPr/>
        <a:lstStyle/>
        <a:p>
          <a:r>
            <a:rPr lang="es-MX" dirty="0"/>
            <a:t>Filtro por numero de radicado </a:t>
          </a:r>
          <a:endParaRPr lang="es-CO" dirty="0"/>
        </a:p>
      </dgm:t>
    </dgm:pt>
    <dgm:pt modelId="{79FD3650-4015-4CCA-B5AC-5AC7B65BCDA8}" type="parTrans" cxnId="{D4605F44-05C0-4127-A99D-C77D7236F863}">
      <dgm:prSet/>
      <dgm:spPr/>
      <dgm:t>
        <a:bodyPr/>
        <a:lstStyle/>
        <a:p>
          <a:endParaRPr lang="es-CO"/>
        </a:p>
      </dgm:t>
    </dgm:pt>
    <dgm:pt modelId="{DA9A370D-EA53-452E-B051-959C97CA6E3E}" type="sibTrans" cxnId="{D4605F44-05C0-4127-A99D-C77D7236F863}">
      <dgm:prSet/>
      <dgm:spPr/>
      <dgm:t>
        <a:bodyPr/>
        <a:lstStyle/>
        <a:p>
          <a:endParaRPr lang="es-CO"/>
        </a:p>
      </dgm:t>
    </dgm:pt>
    <dgm:pt modelId="{81DC9308-65EF-4A1E-9D76-08147D251AB5}" type="pres">
      <dgm:prSet presAssocID="{02ADEE2C-3EEA-482F-967C-C72C1CED4C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1DDD78-A874-4C8D-A067-AE9B28CB3653}" type="pres">
      <dgm:prSet presAssocID="{F93DF43C-28EC-400D-A4F4-8F3AA33862A7}" presName="hierRoot1" presStyleCnt="0"/>
      <dgm:spPr/>
    </dgm:pt>
    <dgm:pt modelId="{091EAD3D-84D7-4E48-B50D-B41A6EA89B18}" type="pres">
      <dgm:prSet presAssocID="{F93DF43C-28EC-400D-A4F4-8F3AA33862A7}" presName="composite" presStyleCnt="0"/>
      <dgm:spPr/>
    </dgm:pt>
    <dgm:pt modelId="{91CD7489-7F75-420E-9203-2222613DF59C}" type="pres">
      <dgm:prSet presAssocID="{F93DF43C-28EC-400D-A4F4-8F3AA33862A7}" presName="background" presStyleLbl="node0" presStyleIdx="0" presStyleCnt="1"/>
      <dgm:spPr/>
    </dgm:pt>
    <dgm:pt modelId="{4B0F5294-144C-4245-9DCC-3F12459DB93A}" type="pres">
      <dgm:prSet presAssocID="{F93DF43C-28EC-400D-A4F4-8F3AA33862A7}" presName="text" presStyleLbl="fgAcc0" presStyleIdx="0" presStyleCnt="1" custLinFactNeighborX="1130" custLinFactNeighborY="3434">
        <dgm:presLayoutVars>
          <dgm:chPref val="3"/>
        </dgm:presLayoutVars>
      </dgm:prSet>
      <dgm:spPr/>
    </dgm:pt>
    <dgm:pt modelId="{C4700324-87DE-4CD3-A7A2-A2AB2B6082C3}" type="pres">
      <dgm:prSet presAssocID="{F93DF43C-28EC-400D-A4F4-8F3AA33862A7}" presName="hierChild2" presStyleCnt="0"/>
      <dgm:spPr/>
    </dgm:pt>
    <dgm:pt modelId="{6906B20B-2C45-4FCC-A8BF-9B022A8F990C}" type="pres">
      <dgm:prSet presAssocID="{96B43F7D-CF2F-4AE0-9646-85D348B616C9}" presName="Name10" presStyleLbl="parChTrans1D2" presStyleIdx="0" presStyleCnt="2"/>
      <dgm:spPr/>
    </dgm:pt>
    <dgm:pt modelId="{AF2C86CC-2E8B-4661-AF0A-13ADE1074139}" type="pres">
      <dgm:prSet presAssocID="{7A909F50-03B8-41B1-8F0E-7BA61DA22727}" presName="hierRoot2" presStyleCnt="0"/>
      <dgm:spPr/>
    </dgm:pt>
    <dgm:pt modelId="{54E833A6-6349-4833-9AB5-B64DD42F2FCE}" type="pres">
      <dgm:prSet presAssocID="{7A909F50-03B8-41B1-8F0E-7BA61DA22727}" presName="composite2" presStyleCnt="0"/>
      <dgm:spPr/>
    </dgm:pt>
    <dgm:pt modelId="{018C85CE-7B81-453A-9485-5B32053D45E4}" type="pres">
      <dgm:prSet presAssocID="{7A909F50-03B8-41B1-8F0E-7BA61DA22727}" presName="background2" presStyleLbl="node2" presStyleIdx="0" presStyleCnt="2"/>
      <dgm:spPr/>
    </dgm:pt>
    <dgm:pt modelId="{5B589D3A-1593-419F-B004-3C2C722B59FE}" type="pres">
      <dgm:prSet presAssocID="{7A909F50-03B8-41B1-8F0E-7BA61DA22727}" presName="text2" presStyleLbl="fgAcc2" presStyleIdx="0" presStyleCnt="2">
        <dgm:presLayoutVars>
          <dgm:chPref val="3"/>
        </dgm:presLayoutVars>
      </dgm:prSet>
      <dgm:spPr/>
    </dgm:pt>
    <dgm:pt modelId="{4D7EB0ED-33F8-4768-9436-F4BDD17ABE5E}" type="pres">
      <dgm:prSet presAssocID="{7A909F50-03B8-41B1-8F0E-7BA61DA22727}" presName="hierChild3" presStyleCnt="0"/>
      <dgm:spPr/>
    </dgm:pt>
    <dgm:pt modelId="{EAA61542-2A35-41CF-9FFC-03AA8B6FE7C7}" type="pres">
      <dgm:prSet presAssocID="{79FD3650-4015-4CCA-B5AC-5AC7B65BCDA8}" presName="Name10" presStyleLbl="parChTrans1D2" presStyleIdx="1" presStyleCnt="2"/>
      <dgm:spPr/>
    </dgm:pt>
    <dgm:pt modelId="{0D1D7454-CF4F-4EF3-8724-18F051906DF6}" type="pres">
      <dgm:prSet presAssocID="{4F437DA4-1A00-40DD-AD34-7F9F947288F2}" presName="hierRoot2" presStyleCnt="0"/>
      <dgm:spPr/>
    </dgm:pt>
    <dgm:pt modelId="{E0D8B3C9-70DE-40D0-AA16-F648C43557A7}" type="pres">
      <dgm:prSet presAssocID="{4F437DA4-1A00-40DD-AD34-7F9F947288F2}" presName="composite2" presStyleCnt="0"/>
      <dgm:spPr/>
    </dgm:pt>
    <dgm:pt modelId="{6BF58F67-A8E4-4C44-A655-E16DBD60844A}" type="pres">
      <dgm:prSet presAssocID="{4F437DA4-1A00-40DD-AD34-7F9F947288F2}" presName="background2" presStyleLbl="node2" presStyleIdx="1" presStyleCnt="2"/>
      <dgm:spPr/>
    </dgm:pt>
    <dgm:pt modelId="{545861A2-68DA-4E1B-ABEE-D8342CB9BCF2}" type="pres">
      <dgm:prSet presAssocID="{4F437DA4-1A00-40DD-AD34-7F9F947288F2}" presName="text2" presStyleLbl="fgAcc2" presStyleIdx="1" presStyleCnt="2" custLinFactNeighborX="-2136" custLinFactNeighborY="-8364">
        <dgm:presLayoutVars>
          <dgm:chPref val="3"/>
        </dgm:presLayoutVars>
      </dgm:prSet>
      <dgm:spPr/>
    </dgm:pt>
    <dgm:pt modelId="{AD04A6C6-7021-4A8A-B050-C1E49AACD430}" type="pres">
      <dgm:prSet presAssocID="{4F437DA4-1A00-40DD-AD34-7F9F947288F2}" presName="hierChild3" presStyleCnt="0"/>
      <dgm:spPr/>
    </dgm:pt>
  </dgm:ptLst>
  <dgm:cxnLst>
    <dgm:cxn modelId="{A554F518-6FC8-48AC-B2D4-779D1EBAA1C2}" srcId="{02ADEE2C-3EEA-482F-967C-C72C1CED4C49}" destId="{F93DF43C-28EC-400D-A4F4-8F3AA33862A7}" srcOrd="0" destOrd="0" parTransId="{F8ABACD2-103A-4701-9A46-92B241BC2839}" sibTransId="{DDB8CCB7-D8B7-497D-9504-4160FE259312}"/>
    <dgm:cxn modelId="{86E6582C-3488-4C24-965E-BD662F2C3C57}" type="presOf" srcId="{F93DF43C-28EC-400D-A4F4-8F3AA33862A7}" destId="{4B0F5294-144C-4245-9DCC-3F12459DB93A}" srcOrd="0" destOrd="0" presId="urn:microsoft.com/office/officeart/2005/8/layout/hierarchy1"/>
    <dgm:cxn modelId="{4F273939-9208-41E2-ADCA-64330735609D}" type="presOf" srcId="{7A909F50-03B8-41B1-8F0E-7BA61DA22727}" destId="{5B589D3A-1593-419F-B004-3C2C722B59FE}" srcOrd="0" destOrd="0" presId="urn:microsoft.com/office/officeart/2005/8/layout/hierarchy1"/>
    <dgm:cxn modelId="{2BAE233C-693A-42E3-B612-88F8B101AFA1}" type="presOf" srcId="{79FD3650-4015-4CCA-B5AC-5AC7B65BCDA8}" destId="{EAA61542-2A35-41CF-9FFC-03AA8B6FE7C7}" srcOrd="0" destOrd="0" presId="urn:microsoft.com/office/officeart/2005/8/layout/hierarchy1"/>
    <dgm:cxn modelId="{C1AFBB40-3222-4AE5-A212-5DA64C771831}" type="presOf" srcId="{96B43F7D-CF2F-4AE0-9646-85D348B616C9}" destId="{6906B20B-2C45-4FCC-A8BF-9B022A8F990C}" srcOrd="0" destOrd="0" presId="urn:microsoft.com/office/officeart/2005/8/layout/hierarchy1"/>
    <dgm:cxn modelId="{D4605F44-05C0-4127-A99D-C77D7236F863}" srcId="{F93DF43C-28EC-400D-A4F4-8F3AA33862A7}" destId="{4F437DA4-1A00-40DD-AD34-7F9F947288F2}" srcOrd="1" destOrd="0" parTransId="{79FD3650-4015-4CCA-B5AC-5AC7B65BCDA8}" sibTransId="{DA9A370D-EA53-452E-B051-959C97CA6E3E}"/>
    <dgm:cxn modelId="{E1AB43A4-F353-426C-B890-93557B8138F5}" type="presOf" srcId="{4F437DA4-1A00-40DD-AD34-7F9F947288F2}" destId="{545861A2-68DA-4E1B-ABEE-D8342CB9BCF2}" srcOrd="0" destOrd="0" presId="urn:microsoft.com/office/officeart/2005/8/layout/hierarchy1"/>
    <dgm:cxn modelId="{A21BC3C6-4FF1-491D-B778-5BC15E40C570}" type="presOf" srcId="{02ADEE2C-3EEA-482F-967C-C72C1CED4C49}" destId="{81DC9308-65EF-4A1E-9D76-08147D251AB5}" srcOrd="0" destOrd="0" presId="urn:microsoft.com/office/officeart/2005/8/layout/hierarchy1"/>
    <dgm:cxn modelId="{1DBC2AFC-FD7B-4F38-947B-140830172167}" srcId="{F93DF43C-28EC-400D-A4F4-8F3AA33862A7}" destId="{7A909F50-03B8-41B1-8F0E-7BA61DA22727}" srcOrd="0" destOrd="0" parTransId="{96B43F7D-CF2F-4AE0-9646-85D348B616C9}" sibTransId="{1ADCF6DC-30B5-4335-BB14-F236241F7D82}"/>
    <dgm:cxn modelId="{9AE2CA24-B78C-4509-AC3D-E581B23369CF}" type="presParOf" srcId="{81DC9308-65EF-4A1E-9D76-08147D251AB5}" destId="{711DDD78-A874-4C8D-A067-AE9B28CB3653}" srcOrd="0" destOrd="0" presId="urn:microsoft.com/office/officeart/2005/8/layout/hierarchy1"/>
    <dgm:cxn modelId="{60302613-DA54-465F-BDC3-5C67C66BBB78}" type="presParOf" srcId="{711DDD78-A874-4C8D-A067-AE9B28CB3653}" destId="{091EAD3D-84D7-4E48-B50D-B41A6EA89B18}" srcOrd="0" destOrd="0" presId="urn:microsoft.com/office/officeart/2005/8/layout/hierarchy1"/>
    <dgm:cxn modelId="{90D4B1E1-7C7C-4E1E-957F-F33326D78E29}" type="presParOf" srcId="{091EAD3D-84D7-4E48-B50D-B41A6EA89B18}" destId="{91CD7489-7F75-420E-9203-2222613DF59C}" srcOrd="0" destOrd="0" presId="urn:microsoft.com/office/officeart/2005/8/layout/hierarchy1"/>
    <dgm:cxn modelId="{37136029-A26C-4C8F-91DE-B6E0DB1A000E}" type="presParOf" srcId="{091EAD3D-84D7-4E48-B50D-B41A6EA89B18}" destId="{4B0F5294-144C-4245-9DCC-3F12459DB93A}" srcOrd="1" destOrd="0" presId="urn:microsoft.com/office/officeart/2005/8/layout/hierarchy1"/>
    <dgm:cxn modelId="{9482EB33-EB6D-4F47-AF64-E6A2C90A30E0}" type="presParOf" srcId="{711DDD78-A874-4C8D-A067-AE9B28CB3653}" destId="{C4700324-87DE-4CD3-A7A2-A2AB2B6082C3}" srcOrd="1" destOrd="0" presId="urn:microsoft.com/office/officeart/2005/8/layout/hierarchy1"/>
    <dgm:cxn modelId="{84B49204-47CC-4FC0-B3B8-A31057CC4434}" type="presParOf" srcId="{C4700324-87DE-4CD3-A7A2-A2AB2B6082C3}" destId="{6906B20B-2C45-4FCC-A8BF-9B022A8F990C}" srcOrd="0" destOrd="0" presId="urn:microsoft.com/office/officeart/2005/8/layout/hierarchy1"/>
    <dgm:cxn modelId="{13E8C464-2EE2-464D-8AA8-587F310D0EA8}" type="presParOf" srcId="{C4700324-87DE-4CD3-A7A2-A2AB2B6082C3}" destId="{AF2C86CC-2E8B-4661-AF0A-13ADE1074139}" srcOrd="1" destOrd="0" presId="urn:microsoft.com/office/officeart/2005/8/layout/hierarchy1"/>
    <dgm:cxn modelId="{4677AAE2-C971-4829-B58B-5A4A36F34A67}" type="presParOf" srcId="{AF2C86CC-2E8B-4661-AF0A-13ADE1074139}" destId="{54E833A6-6349-4833-9AB5-B64DD42F2FCE}" srcOrd="0" destOrd="0" presId="urn:microsoft.com/office/officeart/2005/8/layout/hierarchy1"/>
    <dgm:cxn modelId="{6191E41A-08EE-4DBE-B89A-8870094462E8}" type="presParOf" srcId="{54E833A6-6349-4833-9AB5-B64DD42F2FCE}" destId="{018C85CE-7B81-453A-9485-5B32053D45E4}" srcOrd="0" destOrd="0" presId="urn:microsoft.com/office/officeart/2005/8/layout/hierarchy1"/>
    <dgm:cxn modelId="{17403143-0B74-443C-B04C-EC9A54B9320F}" type="presParOf" srcId="{54E833A6-6349-4833-9AB5-B64DD42F2FCE}" destId="{5B589D3A-1593-419F-B004-3C2C722B59FE}" srcOrd="1" destOrd="0" presId="urn:microsoft.com/office/officeart/2005/8/layout/hierarchy1"/>
    <dgm:cxn modelId="{92F494F3-4946-4EB2-9ED1-E52872273905}" type="presParOf" srcId="{AF2C86CC-2E8B-4661-AF0A-13ADE1074139}" destId="{4D7EB0ED-33F8-4768-9436-F4BDD17ABE5E}" srcOrd="1" destOrd="0" presId="urn:microsoft.com/office/officeart/2005/8/layout/hierarchy1"/>
    <dgm:cxn modelId="{79BF5E01-F797-494E-917E-87CF8BBE9C1C}" type="presParOf" srcId="{C4700324-87DE-4CD3-A7A2-A2AB2B6082C3}" destId="{EAA61542-2A35-41CF-9FFC-03AA8B6FE7C7}" srcOrd="2" destOrd="0" presId="urn:microsoft.com/office/officeart/2005/8/layout/hierarchy1"/>
    <dgm:cxn modelId="{8F5BAF21-0305-4D8B-B738-E8B6ED5CD5AC}" type="presParOf" srcId="{C4700324-87DE-4CD3-A7A2-A2AB2B6082C3}" destId="{0D1D7454-CF4F-4EF3-8724-18F051906DF6}" srcOrd="3" destOrd="0" presId="urn:microsoft.com/office/officeart/2005/8/layout/hierarchy1"/>
    <dgm:cxn modelId="{2B1D5C9F-3D1A-4846-9E77-3515E0A12E57}" type="presParOf" srcId="{0D1D7454-CF4F-4EF3-8724-18F051906DF6}" destId="{E0D8B3C9-70DE-40D0-AA16-F648C43557A7}" srcOrd="0" destOrd="0" presId="urn:microsoft.com/office/officeart/2005/8/layout/hierarchy1"/>
    <dgm:cxn modelId="{53402940-853C-4B11-9BB3-314ECCF07C2D}" type="presParOf" srcId="{E0D8B3C9-70DE-40D0-AA16-F648C43557A7}" destId="{6BF58F67-A8E4-4C44-A655-E16DBD60844A}" srcOrd="0" destOrd="0" presId="urn:microsoft.com/office/officeart/2005/8/layout/hierarchy1"/>
    <dgm:cxn modelId="{A78C98F8-77B8-48ED-8DA6-CB297536DC21}" type="presParOf" srcId="{E0D8B3C9-70DE-40D0-AA16-F648C43557A7}" destId="{545861A2-68DA-4E1B-ABEE-D8342CB9BCF2}" srcOrd="1" destOrd="0" presId="urn:microsoft.com/office/officeart/2005/8/layout/hierarchy1"/>
    <dgm:cxn modelId="{DB861155-E0A3-47A4-85B1-902DA20EADDA}" type="presParOf" srcId="{0D1D7454-CF4F-4EF3-8724-18F051906DF6}" destId="{AD04A6C6-7021-4A8A-B050-C1E49AACD43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ADEE2C-3EEA-482F-967C-C72C1CED4C4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s-CO"/>
        </a:p>
      </dgm:t>
    </dgm:pt>
    <dgm:pt modelId="{F93DF43C-28EC-400D-A4F4-8F3AA33862A7}">
      <dgm:prSet phldrT="[Texto]"/>
      <dgm:spPr/>
      <dgm:t>
        <a:bodyPr/>
        <a:lstStyle/>
        <a:p>
          <a:r>
            <a:rPr lang="es-MX" b="1" i="1" dirty="0"/>
            <a:t>Autenticación</a:t>
          </a:r>
          <a:r>
            <a:rPr lang="es-MX" dirty="0"/>
            <a:t> </a:t>
          </a:r>
          <a:endParaRPr lang="es-CO" dirty="0"/>
        </a:p>
      </dgm:t>
    </dgm:pt>
    <dgm:pt modelId="{F8ABACD2-103A-4701-9A46-92B241BC2839}" type="parTrans" cxnId="{A554F518-6FC8-48AC-B2D4-779D1EBAA1C2}">
      <dgm:prSet/>
      <dgm:spPr/>
      <dgm:t>
        <a:bodyPr/>
        <a:lstStyle/>
        <a:p>
          <a:endParaRPr lang="es-CO"/>
        </a:p>
      </dgm:t>
    </dgm:pt>
    <dgm:pt modelId="{DDB8CCB7-D8B7-497D-9504-4160FE259312}" type="sibTrans" cxnId="{A554F518-6FC8-48AC-B2D4-779D1EBAA1C2}">
      <dgm:prSet/>
      <dgm:spPr/>
      <dgm:t>
        <a:bodyPr/>
        <a:lstStyle/>
        <a:p>
          <a:endParaRPr lang="es-CO"/>
        </a:p>
      </dgm:t>
    </dgm:pt>
    <dgm:pt modelId="{7A909F50-03B8-41B1-8F0E-7BA61DA22727}">
      <dgm:prSet phldrT="[Texto]"/>
      <dgm:spPr/>
      <dgm:t>
        <a:bodyPr/>
        <a:lstStyle/>
        <a:p>
          <a:r>
            <a:rPr lang="es-MX" dirty="0"/>
            <a:t>Inicio de sesión</a:t>
          </a:r>
          <a:endParaRPr lang="es-CO" dirty="0"/>
        </a:p>
      </dgm:t>
    </dgm:pt>
    <dgm:pt modelId="{96B43F7D-CF2F-4AE0-9646-85D348B616C9}" type="parTrans" cxnId="{1DBC2AFC-FD7B-4F38-947B-140830172167}">
      <dgm:prSet/>
      <dgm:spPr/>
      <dgm:t>
        <a:bodyPr/>
        <a:lstStyle/>
        <a:p>
          <a:endParaRPr lang="es-CO"/>
        </a:p>
      </dgm:t>
    </dgm:pt>
    <dgm:pt modelId="{1ADCF6DC-30B5-4335-BB14-F236241F7D82}" type="sibTrans" cxnId="{1DBC2AFC-FD7B-4F38-947B-140830172167}">
      <dgm:prSet/>
      <dgm:spPr/>
      <dgm:t>
        <a:bodyPr/>
        <a:lstStyle/>
        <a:p>
          <a:endParaRPr lang="es-CO"/>
        </a:p>
      </dgm:t>
    </dgm:pt>
    <dgm:pt modelId="{81DC9308-65EF-4A1E-9D76-08147D251AB5}" type="pres">
      <dgm:prSet presAssocID="{02ADEE2C-3EEA-482F-967C-C72C1CED4C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1DDD78-A874-4C8D-A067-AE9B28CB3653}" type="pres">
      <dgm:prSet presAssocID="{F93DF43C-28EC-400D-A4F4-8F3AA33862A7}" presName="hierRoot1" presStyleCnt="0"/>
      <dgm:spPr/>
    </dgm:pt>
    <dgm:pt modelId="{091EAD3D-84D7-4E48-B50D-B41A6EA89B18}" type="pres">
      <dgm:prSet presAssocID="{F93DF43C-28EC-400D-A4F4-8F3AA33862A7}" presName="composite" presStyleCnt="0"/>
      <dgm:spPr/>
    </dgm:pt>
    <dgm:pt modelId="{91CD7489-7F75-420E-9203-2222613DF59C}" type="pres">
      <dgm:prSet presAssocID="{F93DF43C-28EC-400D-A4F4-8F3AA33862A7}" presName="background" presStyleLbl="node0" presStyleIdx="0" presStyleCnt="1"/>
      <dgm:spPr/>
    </dgm:pt>
    <dgm:pt modelId="{4B0F5294-144C-4245-9DCC-3F12459DB93A}" type="pres">
      <dgm:prSet presAssocID="{F93DF43C-28EC-400D-A4F4-8F3AA33862A7}" presName="text" presStyleLbl="fgAcc0" presStyleIdx="0" presStyleCnt="1">
        <dgm:presLayoutVars>
          <dgm:chPref val="3"/>
        </dgm:presLayoutVars>
      </dgm:prSet>
      <dgm:spPr/>
    </dgm:pt>
    <dgm:pt modelId="{C4700324-87DE-4CD3-A7A2-A2AB2B6082C3}" type="pres">
      <dgm:prSet presAssocID="{F93DF43C-28EC-400D-A4F4-8F3AA33862A7}" presName="hierChild2" presStyleCnt="0"/>
      <dgm:spPr/>
    </dgm:pt>
    <dgm:pt modelId="{6906B20B-2C45-4FCC-A8BF-9B022A8F990C}" type="pres">
      <dgm:prSet presAssocID="{96B43F7D-CF2F-4AE0-9646-85D348B616C9}" presName="Name10" presStyleLbl="parChTrans1D2" presStyleIdx="0" presStyleCnt="1"/>
      <dgm:spPr/>
    </dgm:pt>
    <dgm:pt modelId="{AF2C86CC-2E8B-4661-AF0A-13ADE1074139}" type="pres">
      <dgm:prSet presAssocID="{7A909F50-03B8-41B1-8F0E-7BA61DA22727}" presName="hierRoot2" presStyleCnt="0"/>
      <dgm:spPr/>
    </dgm:pt>
    <dgm:pt modelId="{54E833A6-6349-4833-9AB5-B64DD42F2FCE}" type="pres">
      <dgm:prSet presAssocID="{7A909F50-03B8-41B1-8F0E-7BA61DA22727}" presName="composite2" presStyleCnt="0"/>
      <dgm:spPr/>
    </dgm:pt>
    <dgm:pt modelId="{018C85CE-7B81-453A-9485-5B32053D45E4}" type="pres">
      <dgm:prSet presAssocID="{7A909F50-03B8-41B1-8F0E-7BA61DA22727}" presName="background2" presStyleLbl="node2" presStyleIdx="0" presStyleCnt="1"/>
      <dgm:spPr/>
    </dgm:pt>
    <dgm:pt modelId="{5B589D3A-1593-419F-B004-3C2C722B59FE}" type="pres">
      <dgm:prSet presAssocID="{7A909F50-03B8-41B1-8F0E-7BA61DA22727}" presName="text2" presStyleLbl="fgAcc2" presStyleIdx="0" presStyleCnt="1">
        <dgm:presLayoutVars>
          <dgm:chPref val="3"/>
        </dgm:presLayoutVars>
      </dgm:prSet>
      <dgm:spPr/>
    </dgm:pt>
    <dgm:pt modelId="{4D7EB0ED-33F8-4768-9436-F4BDD17ABE5E}" type="pres">
      <dgm:prSet presAssocID="{7A909F50-03B8-41B1-8F0E-7BA61DA22727}" presName="hierChild3" presStyleCnt="0"/>
      <dgm:spPr/>
    </dgm:pt>
  </dgm:ptLst>
  <dgm:cxnLst>
    <dgm:cxn modelId="{A554F518-6FC8-48AC-B2D4-779D1EBAA1C2}" srcId="{02ADEE2C-3EEA-482F-967C-C72C1CED4C49}" destId="{F93DF43C-28EC-400D-A4F4-8F3AA33862A7}" srcOrd="0" destOrd="0" parTransId="{F8ABACD2-103A-4701-9A46-92B241BC2839}" sibTransId="{DDB8CCB7-D8B7-497D-9504-4160FE259312}"/>
    <dgm:cxn modelId="{86E6582C-3488-4C24-965E-BD662F2C3C57}" type="presOf" srcId="{F93DF43C-28EC-400D-A4F4-8F3AA33862A7}" destId="{4B0F5294-144C-4245-9DCC-3F12459DB93A}" srcOrd="0" destOrd="0" presId="urn:microsoft.com/office/officeart/2005/8/layout/hierarchy1"/>
    <dgm:cxn modelId="{4F273939-9208-41E2-ADCA-64330735609D}" type="presOf" srcId="{7A909F50-03B8-41B1-8F0E-7BA61DA22727}" destId="{5B589D3A-1593-419F-B004-3C2C722B59FE}" srcOrd="0" destOrd="0" presId="urn:microsoft.com/office/officeart/2005/8/layout/hierarchy1"/>
    <dgm:cxn modelId="{C1AFBB40-3222-4AE5-A212-5DA64C771831}" type="presOf" srcId="{96B43F7D-CF2F-4AE0-9646-85D348B616C9}" destId="{6906B20B-2C45-4FCC-A8BF-9B022A8F990C}" srcOrd="0" destOrd="0" presId="urn:microsoft.com/office/officeart/2005/8/layout/hierarchy1"/>
    <dgm:cxn modelId="{A21BC3C6-4FF1-491D-B778-5BC15E40C570}" type="presOf" srcId="{02ADEE2C-3EEA-482F-967C-C72C1CED4C49}" destId="{81DC9308-65EF-4A1E-9D76-08147D251AB5}" srcOrd="0" destOrd="0" presId="urn:microsoft.com/office/officeart/2005/8/layout/hierarchy1"/>
    <dgm:cxn modelId="{1DBC2AFC-FD7B-4F38-947B-140830172167}" srcId="{F93DF43C-28EC-400D-A4F4-8F3AA33862A7}" destId="{7A909F50-03B8-41B1-8F0E-7BA61DA22727}" srcOrd="0" destOrd="0" parTransId="{96B43F7D-CF2F-4AE0-9646-85D348B616C9}" sibTransId="{1ADCF6DC-30B5-4335-BB14-F236241F7D82}"/>
    <dgm:cxn modelId="{9AE2CA24-B78C-4509-AC3D-E581B23369CF}" type="presParOf" srcId="{81DC9308-65EF-4A1E-9D76-08147D251AB5}" destId="{711DDD78-A874-4C8D-A067-AE9B28CB3653}" srcOrd="0" destOrd="0" presId="urn:microsoft.com/office/officeart/2005/8/layout/hierarchy1"/>
    <dgm:cxn modelId="{60302613-DA54-465F-BDC3-5C67C66BBB78}" type="presParOf" srcId="{711DDD78-A874-4C8D-A067-AE9B28CB3653}" destId="{091EAD3D-84D7-4E48-B50D-B41A6EA89B18}" srcOrd="0" destOrd="0" presId="urn:microsoft.com/office/officeart/2005/8/layout/hierarchy1"/>
    <dgm:cxn modelId="{90D4B1E1-7C7C-4E1E-957F-F33326D78E29}" type="presParOf" srcId="{091EAD3D-84D7-4E48-B50D-B41A6EA89B18}" destId="{91CD7489-7F75-420E-9203-2222613DF59C}" srcOrd="0" destOrd="0" presId="urn:microsoft.com/office/officeart/2005/8/layout/hierarchy1"/>
    <dgm:cxn modelId="{37136029-A26C-4C8F-91DE-B6E0DB1A000E}" type="presParOf" srcId="{091EAD3D-84D7-4E48-B50D-B41A6EA89B18}" destId="{4B0F5294-144C-4245-9DCC-3F12459DB93A}" srcOrd="1" destOrd="0" presId="urn:microsoft.com/office/officeart/2005/8/layout/hierarchy1"/>
    <dgm:cxn modelId="{9482EB33-EB6D-4F47-AF64-E6A2C90A30E0}" type="presParOf" srcId="{711DDD78-A874-4C8D-A067-AE9B28CB3653}" destId="{C4700324-87DE-4CD3-A7A2-A2AB2B6082C3}" srcOrd="1" destOrd="0" presId="urn:microsoft.com/office/officeart/2005/8/layout/hierarchy1"/>
    <dgm:cxn modelId="{84B49204-47CC-4FC0-B3B8-A31057CC4434}" type="presParOf" srcId="{C4700324-87DE-4CD3-A7A2-A2AB2B6082C3}" destId="{6906B20B-2C45-4FCC-A8BF-9B022A8F990C}" srcOrd="0" destOrd="0" presId="urn:microsoft.com/office/officeart/2005/8/layout/hierarchy1"/>
    <dgm:cxn modelId="{13E8C464-2EE2-464D-8AA8-587F310D0EA8}" type="presParOf" srcId="{C4700324-87DE-4CD3-A7A2-A2AB2B6082C3}" destId="{AF2C86CC-2E8B-4661-AF0A-13ADE1074139}" srcOrd="1" destOrd="0" presId="urn:microsoft.com/office/officeart/2005/8/layout/hierarchy1"/>
    <dgm:cxn modelId="{4677AAE2-C971-4829-B58B-5A4A36F34A67}" type="presParOf" srcId="{AF2C86CC-2E8B-4661-AF0A-13ADE1074139}" destId="{54E833A6-6349-4833-9AB5-B64DD42F2FCE}" srcOrd="0" destOrd="0" presId="urn:microsoft.com/office/officeart/2005/8/layout/hierarchy1"/>
    <dgm:cxn modelId="{6191E41A-08EE-4DBE-B89A-8870094462E8}" type="presParOf" srcId="{54E833A6-6349-4833-9AB5-B64DD42F2FCE}" destId="{018C85CE-7B81-453A-9485-5B32053D45E4}" srcOrd="0" destOrd="0" presId="urn:microsoft.com/office/officeart/2005/8/layout/hierarchy1"/>
    <dgm:cxn modelId="{17403143-0B74-443C-B04C-EC9A54B9320F}" type="presParOf" srcId="{54E833A6-6349-4833-9AB5-B64DD42F2FCE}" destId="{5B589D3A-1593-419F-B004-3C2C722B59FE}" srcOrd="1" destOrd="0" presId="urn:microsoft.com/office/officeart/2005/8/layout/hierarchy1"/>
    <dgm:cxn modelId="{92F494F3-4946-4EB2-9ED1-E52872273905}" type="presParOf" srcId="{AF2C86CC-2E8B-4661-AF0A-13ADE1074139}" destId="{4D7EB0ED-33F8-4768-9436-F4BDD17ABE5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ADEE2C-3EEA-482F-967C-C72C1CED4C4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s-CO"/>
        </a:p>
      </dgm:t>
    </dgm:pt>
    <dgm:pt modelId="{F93DF43C-28EC-400D-A4F4-8F3AA33862A7}">
      <dgm:prSet phldrT="[Texto]"/>
      <dgm:spPr/>
      <dgm:t>
        <a:bodyPr/>
        <a:lstStyle/>
        <a:p>
          <a:r>
            <a:rPr lang="es-MX" b="1" i="1" u="none" dirty="0"/>
            <a:t>Autenticació</a:t>
          </a:r>
          <a:r>
            <a:rPr lang="es-MX" b="1" i="1" dirty="0"/>
            <a:t>n</a:t>
          </a:r>
          <a:r>
            <a:rPr lang="es-MX" dirty="0"/>
            <a:t> </a:t>
          </a:r>
          <a:endParaRPr lang="es-CO" dirty="0"/>
        </a:p>
      </dgm:t>
    </dgm:pt>
    <dgm:pt modelId="{F8ABACD2-103A-4701-9A46-92B241BC2839}" type="parTrans" cxnId="{A554F518-6FC8-48AC-B2D4-779D1EBAA1C2}">
      <dgm:prSet/>
      <dgm:spPr/>
      <dgm:t>
        <a:bodyPr/>
        <a:lstStyle/>
        <a:p>
          <a:endParaRPr lang="es-CO"/>
        </a:p>
      </dgm:t>
    </dgm:pt>
    <dgm:pt modelId="{DDB8CCB7-D8B7-497D-9504-4160FE259312}" type="sibTrans" cxnId="{A554F518-6FC8-48AC-B2D4-779D1EBAA1C2}">
      <dgm:prSet/>
      <dgm:spPr/>
      <dgm:t>
        <a:bodyPr/>
        <a:lstStyle/>
        <a:p>
          <a:endParaRPr lang="es-CO"/>
        </a:p>
      </dgm:t>
    </dgm:pt>
    <dgm:pt modelId="{7A909F50-03B8-41B1-8F0E-7BA61DA22727}">
      <dgm:prSet phldrT="[Texto]"/>
      <dgm:spPr/>
      <dgm:t>
        <a:bodyPr/>
        <a:lstStyle/>
        <a:p>
          <a:r>
            <a:rPr lang="es-MX" dirty="0"/>
            <a:t>Inicio de sesión</a:t>
          </a:r>
          <a:endParaRPr lang="es-CO" dirty="0"/>
        </a:p>
      </dgm:t>
    </dgm:pt>
    <dgm:pt modelId="{96B43F7D-CF2F-4AE0-9646-85D348B616C9}" type="parTrans" cxnId="{1DBC2AFC-FD7B-4F38-947B-140830172167}">
      <dgm:prSet/>
      <dgm:spPr/>
      <dgm:t>
        <a:bodyPr/>
        <a:lstStyle/>
        <a:p>
          <a:endParaRPr lang="es-CO"/>
        </a:p>
      </dgm:t>
    </dgm:pt>
    <dgm:pt modelId="{1ADCF6DC-30B5-4335-BB14-F236241F7D82}" type="sibTrans" cxnId="{1DBC2AFC-FD7B-4F38-947B-140830172167}">
      <dgm:prSet/>
      <dgm:spPr/>
      <dgm:t>
        <a:bodyPr/>
        <a:lstStyle/>
        <a:p>
          <a:endParaRPr lang="es-CO"/>
        </a:p>
      </dgm:t>
    </dgm:pt>
    <dgm:pt modelId="{81DC9308-65EF-4A1E-9D76-08147D251AB5}" type="pres">
      <dgm:prSet presAssocID="{02ADEE2C-3EEA-482F-967C-C72C1CED4C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1DDD78-A874-4C8D-A067-AE9B28CB3653}" type="pres">
      <dgm:prSet presAssocID="{F93DF43C-28EC-400D-A4F4-8F3AA33862A7}" presName="hierRoot1" presStyleCnt="0"/>
      <dgm:spPr/>
    </dgm:pt>
    <dgm:pt modelId="{091EAD3D-84D7-4E48-B50D-B41A6EA89B18}" type="pres">
      <dgm:prSet presAssocID="{F93DF43C-28EC-400D-A4F4-8F3AA33862A7}" presName="composite" presStyleCnt="0"/>
      <dgm:spPr/>
    </dgm:pt>
    <dgm:pt modelId="{91CD7489-7F75-420E-9203-2222613DF59C}" type="pres">
      <dgm:prSet presAssocID="{F93DF43C-28EC-400D-A4F4-8F3AA33862A7}" presName="background" presStyleLbl="node0" presStyleIdx="0" presStyleCnt="1"/>
      <dgm:spPr/>
    </dgm:pt>
    <dgm:pt modelId="{4B0F5294-144C-4245-9DCC-3F12459DB93A}" type="pres">
      <dgm:prSet presAssocID="{F93DF43C-28EC-400D-A4F4-8F3AA33862A7}" presName="text" presStyleLbl="fgAcc0" presStyleIdx="0" presStyleCnt="1">
        <dgm:presLayoutVars>
          <dgm:chPref val="3"/>
        </dgm:presLayoutVars>
      </dgm:prSet>
      <dgm:spPr/>
    </dgm:pt>
    <dgm:pt modelId="{C4700324-87DE-4CD3-A7A2-A2AB2B6082C3}" type="pres">
      <dgm:prSet presAssocID="{F93DF43C-28EC-400D-A4F4-8F3AA33862A7}" presName="hierChild2" presStyleCnt="0"/>
      <dgm:spPr/>
    </dgm:pt>
    <dgm:pt modelId="{6906B20B-2C45-4FCC-A8BF-9B022A8F990C}" type="pres">
      <dgm:prSet presAssocID="{96B43F7D-CF2F-4AE0-9646-85D348B616C9}" presName="Name10" presStyleLbl="parChTrans1D2" presStyleIdx="0" presStyleCnt="1"/>
      <dgm:spPr/>
    </dgm:pt>
    <dgm:pt modelId="{AF2C86CC-2E8B-4661-AF0A-13ADE1074139}" type="pres">
      <dgm:prSet presAssocID="{7A909F50-03B8-41B1-8F0E-7BA61DA22727}" presName="hierRoot2" presStyleCnt="0"/>
      <dgm:spPr/>
    </dgm:pt>
    <dgm:pt modelId="{54E833A6-6349-4833-9AB5-B64DD42F2FCE}" type="pres">
      <dgm:prSet presAssocID="{7A909F50-03B8-41B1-8F0E-7BA61DA22727}" presName="composite2" presStyleCnt="0"/>
      <dgm:spPr/>
    </dgm:pt>
    <dgm:pt modelId="{018C85CE-7B81-453A-9485-5B32053D45E4}" type="pres">
      <dgm:prSet presAssocID="{7A909F50-03B8-41B1-8F0E-7BA61DA22727}" presName="background2" presStyleLbl="node2" presStyleIdx="0" presStyleCnt="1"/>
      <dgm:spPr/>
    </dgm:pt>
    <dgm:pt modelId="{5B589D3A-1593-419F-B004-3C2C722B59FE}" type="pres">
      <dgm:prSet presAssocID="{7A909F50-03B8-41B1-8F0E-7BA61DA22727}" presName="text2" presStyleLbl="fgAcc2" presStyleIdx="0" presStyleCnt="1">
        <dgm:presLayoutVars>
          <dgm:chPref val="3"/>
        </dgm:presLayoutVars>
      </dgm:prSet>
      <dgm:spPr/>
    </dgm:pt>
    <dgm:pt modelId="{4D7EB0ED-33F8-4768-9436-F4BDD17ABE5E}" type="pres">
      <dgm:prSet presAssocID="{7A909F50-03B8-41B1-8F0E-7BA61DA22727}" presName="hierChild3" presStyleCnt="0"/>
      <dgm:spPr/>
    </dgm:pt>
  </dgm:ptLst>
  <dgm:cxnLst>
    <dgm:cxn modelId="{A554F518-6FC8-48AC-B2D4-779D1EBAA1C2}" srcId="{02ADEE2C-3EEA-482F-967C-C72C1CED4C49}" destId="{F93DF43C-28EC-400D-A4F4-8F3AA33862A7}" srcOrd="0" destOrd="0" parTransId="{F8ABACD2-103A-4701-9A46-92B241BC2839}" sibTransId="{DDB8CCB7-D8B7-497D-9504-4160FE259312}"/>
    <dgm:cxn modelId="{86E6582C-3488-4C24-965E-BD662F2C3C57}" type="presOf" srcId="{F93DF43C-28EC-400D-A4F4-8F3AA33862A7}" destId="{4B0F5294-144C-4245-9DCC-3F12459DB93A}" srcOrd="0" destOrd="0" presId="urn:microsoft.com/office/officeart/2005/8/layout/hierarchy1"/>
    <dgm:cxn modelId="{4F273939-9208-41E2-ADCA-64330735609D}" type="presOf" srcId="{7A909F50-03B8-41B1-8F0E-7BA61DA22727}" destId="{5B589D3A-1593-419F-B004-3C2C722B59FE}" srcOrd="0" destOrd="0" presId="urn:microsoft.com/office/officeart/2005/8/layout/hierarchy1"/>
    <dgm:cxn modelId="{C1AFBB40-3222-4AE5-A212-5DA64C771831}" type="presOf" srcId="{96B43F7D-CF2F-4AE0-9646-85D348B616C9}" destId="{6906B20B-2C45-4FCC-A8BF-9B022A8F990C}" srcOrd="0" destOrd="0" presId="urn:microsoft.com/office/officeart/2005/8/layout/hierarchy1"/>
    <dgm:cxn modelId="{A21BC3C6-4FF1-491D-B778-5BC15E40C570}" type="presOf" srcId="{02ADEE2C-3EEA-482F-967C-C72C1CED4C49}" destId="{81DC9308-65EF-4A1E-9D76-08147D251AB5}" srcOrd="0" destOrd="0" presId="urn:microsoft.com/office/officeart/2005/8/layout/hierarchy1"/>
    <dgm:cxn modelId="{1DBC2AFC-FD7B-4F38-947B-140830172167}" srcId="{F93DF43C-28EC-400D-A4F4-8F3AA33862A7}" destId="{7A909F50-03B8-41B1-8F0E-7BA61DA22727}" srcOrd="0" destOrd="0" parTransId="{96B43F7D-CF2F-4AE0-9646-85D348B616C9}" sibTransId="{1ADCF6DC-30B5-4335-BB14-F236241F7D82}"/>
    <dgm:cxn modelId="{9AE2CA24-B78C-4509-AC3D-E581B23369CF}" type="presParOf" srcId="{81DC9308-65EF-4A1E-9D76-08147D251AB5}" destId="{711DDD78-A874-4C8D-A067-AE9B28CB3653}" srcOrd="0" destOrd="0" presId="urn:microsoft.com/office/officeart/2005/8/layout/hierarchy1"/>
    <dgm:cxn modelId="{60302613-DA54-465F-BDC3-5C67C66BBB78}" type="presParOf" srcId="{711DDD78-A874-4C8D-A067-AE9B28CB3653}" destId="{091EAD3D-84D7-4E48-B50D-B41A6EA89B18}" srcOrd="0" destOrd="0" presId="urn:microsoft.com/office/officeart/2005/8/layout/hierarchy1"/>
    <dgm:cxn modelId="{90D4B1E1-7C7C-4E1E-957F-F33326D78E29}" type="presParOf" srcId="{091EAD3D-84D7-4E48-B50D-B41A6EA89B18}" destId="{91CD7489-7F75-420E-9203-2222613DF59C}" srcOrd="0" destOrd="0" presId="urn:microsoft.com/office/officeart/2005/8/layout/hierarchy1"/>
    <dgm:cxn modelId="{37136029-A26C-4C8F-91DE-B6E0DB1A000E}" type="presParOf" srcId="{091EAD3D-84D7-4E48-B50D-B41A6EA89B18}" destId="{4B0F5294-144C-4245-9DCC-3F12459DB93A}" srcOrd="1" destOrd="0" presId="urn:microsoft.com/office/officeart/2005/8/layout/hierarchy1"/>
    <dgm:cxn modelId="{9482EB33-EB6D-4F47-AF64-E6A2C90A30E0}" type="presParOf" srcId="{711DDD78-A874-4C8D-A067-AE9B28CB3653}" destId="{C4700324-87DE-4CD3-A7A2-A2AB2B6082C3}" srcOrd="1" destOrd="0" presId="urn:microsoft.com/office/officeart/2005/8/layout/hierarchy1"/>
    <dgm:cxn modelId="{84B49204-47CC-4FC0-B3B8-A31057CC4434}" type="presParOf" srcId="{C4700324-87DE-4CD3-A7A2-A2AB2B6082C3}" destId="{6906B20B-2C45-4FCC-A8BF-9B022A8F990C}" srcOrd="0" destOrd="0" presId="urn:microsoft.com/office/officeart/2005/8/layout/hierarchy1"/>
    <dgm:cxn modelId="{13E8C464-2EE2-464D-8AA8-587F310D0EA8}" type="presParOf" srcId="{C4700324-87DE-4CD3-A7A2-A2AB2B6082C3}" destId="{AF2C86CC-2E8B-4661-AF0A-13ADE1074139}" srcOrd="1" destOrd="0" presId="urn:microsoft.com/office/officeart/2005/8/layout/hierarchy1"/>
    <dgm:cxn modelId="{4677AAE2-C971-4829-B58B-5A4A36F34A67}" type="presParOf" srcId="{AF2C86CC-2E8B-4661-AF0A-13ADE1074139}" destId="{54E833A6-6349-4833-9AB5-B64DD42F2FCE}" srcOrd="0" destOrd="0" presId="urn:microsoft.com/office/officeart/2005/8/layout/hierarchy1"/>
    <dgm:cxn modelId="{6191E41A-08EE-4DBE-B89A-8870094462E8}" type="presParOf" srcId="{54E833A6-6349-4833-9AB5-B64DD42F2FCE}" destId="{018C85CE-7B81-453A-9485-5B32053D45E4}" srcOrd="0" destOrd="0" presId="urn:microsoft.com/office/officeart/2005/8/layout/hierarchy1"/>
    <dgm:cxn modelId="{17403143-0B74-443C-B04C-EC9A54B9320F}" type="presParOf" srcId="{54E833A6-6349-4833-9AB5-B64DD42F2FCE}" destId="{5B589D3A-1593-419F-B004-3C2C722B59FE}" srcOrd="1" destOrd="0" presId="urn:microsoft.com/office/officeart/2005/8/layout/hierarchy1"/>
    <dgm:cxn modelId="{92F494F3-4946-4EB2-9ED1-E52872273905}" type="presParOf" srcId="{AF2C86CC-2E8B-4661-AF0A-13ADE1074139}" destId="{4D7EB0ED-33F8-4768-9436-F4BDD17ABE5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ADEE2C-3EEA-482F-967C-C72C1CED4C4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s-CO"/>
        </a:p>
      </dgm:t>
    </dgm:pt>
    <dgm:pt modelId="{F93DF43C-28EC-400D-A4F4-8F3AA33862A7}">
      <dgm:prSet phldrT="[Texto]" custT="1"/>
      <dgm:spPr/>
      <dgm:t>
        <a:bodyPr/>
        <a:lstStyle/>
        <a:p>
          <a:r>
            <a:rPr lang="es-MX" sz="1600" b="1" i="1" dirty="0"/>
            <a:t>Gestión PQRS</a:t>
          </a:r>
          <a:endParaRPr lang="es-CO" sz="1600" b="1" i="1" dirty="0"/>
        </a:p>
      </dgm:t>
    </dgm:pt>
    <dgm:pt modelId="{F8ABACD2-103A-4701-9A46-92B241BC2839}" type="parTrans" cxnId="{A554F518-6FC8-48AC-B2D4-779D1EBAA1C2}">
      <dgm:prSet/>
      <dgm:spPr/>
      <dgm:t>
        <a:bodyPr/>
        <a:lstStyle/>
        <a:p>
          <a:endParaRPr lang="es-CO"/>
        </a:p>
      </dgm:t>
    </dgm:pt>
    <dgm:pt modelId="{DDB8CCB7-D8B7-497D-9504-4160FE259312}" type="sibTrans" cxnId="{A554F518-6FC8-48AC-B2D4-779D1EBAA1C2}">
      <dgm:prSet/>
      <dgm:spPr/>
      <dgm:t>
        <a:bodyPr/>
        <a:lstStyle/>
        <a:p>
          <a:endParaRPr lang="es-CO"/>
        </a:p>
      </dgm:t>
    </dgm:pt>
    <dgm:pt modelId="{7A909F50-03B8-41B1-8F0E-7BA61DA22727}">
      <dgm:prSet phldrT="[Texto]"/>
      <dgm:spPr/>
      <dgm:t>
        <a:bodyPr/>
        <a:lstStyle/>
        <a:p>
          <a:r>
            <a:rPr lang="es-MX" dirty="0"/>
            <a:t>Cambio de estado con justificación </a:t>
          </a:r>
          <a:endParaRPr lang="es-CO" dirty="0"/>
        </a:p>
      </dgm:t>
    </dgm:pt>
    <dgm:pt modelId="{96B43F7D-CF2F-4AE0-9646-85D348B616C9}" type="parTrans" cxnId="{1DBC2AFC-FD7B-4F38-947B-140830172167}">
      <dgm:prSet/>
      <dgm:spPr/>
      <dgm:t>
        <a:bodyPr/>
        <a:lstStyle/>
        <a:p>
          <a:endParaRPr lang="es-CO"/>
        </a:p>
      </dgm:t>
    </dgm:pt>
    <dgm:pt modelId="{1ADCF6DC-30B5-4335-BB14-F236241F7D82}" type="sibTrans" cxnId="{1DBC2AFC-FD7B-4F38-947B-140830172167}">
      <dgm:prSet/>
      <dgm:spPr/>
      <dgm:t>
        <a:bodyPr/>
        <a:lstStyle/>
        <a:p>
          <a:endParaRPr lang="es-CO"/>
        </a:p>
      </dgm:t>
    </dgm:pt>
    <dgm:pt modelId="{D7AB3768-A3DE-4897-99AC-9B6DBA6A5CE8}">
      <dgm:prSet phldrT="[Texto]"/>
      <dgm:spPr/>
      <dgm:t>
        <a:bodyPr/>
        <a:lstStyle/>
        <a:p>
          <a:r>
            <a:rPr lang="es-MX" dirty="0"/>
            <a:t>Generación de reporte en PDF</a:t>
          </a:r>
          <a:endParaRPr lang="es-CO" dirty="0"/>
        </a:p>
      </dgm:t>
    </dgm:pt>
    <dgm:pt modelId="{476A18FF-8865-47CF-9619-ECEEB1CC3104}" type="parTrans" cxnId="{B46F48B7-E8AB-45C8-860A-E38A49AD7E3E}">
      <dgm:prSet/>
      <dgm:spPr/>
      <dgm:t>
        <a:bodyPr/>
        <a:lstStyle/>
        <a:p>
          <a:endParaRPr lang="es-CO"/>
        </a:p>
      </dgm:t>
    </dgm:pt>
    <dgm:pt modelId="{891CF329-A0F0-467F-AE61-5415DA13F1DC}" type="sibTrans" cxnId="{B46F48B7-E8AB-45C8-860A-E38A49AD7E3E}">
      <dgm:prSet/>
      <dgm:spPr/>
      <dgm:t>
        <a:bodyPr/>
        <a:lstStyle/>
        <a:p>
          <a:endParaRPr lang="es-CO"/>
        </a:p>
      </dgm:t>
    </dgm:pt>
    <dgm:pt modelId="{4F437DA4-1A00-40DD-AD34-7F9F947288F2}">
      <dgm:prSet phldrT="[Texto]"/>
      <dgm:spPr/>
      <dgm:t>
        <a:bodyPr/>
        <a:lstStyle/>
        <a:p>
          <a:r>
            <a:rPr lang="es-MX" dirty="0"/>
            <a:t>Descargar PDF anexado</a:t>
          </a:r>
          <a:endParaRPr lang="es-CO" dirty="0"/>
        </a:p>
      </dgm:t>
    </dgm:pt>
    <dgm:pt modelId="{79FD3650-4015-4CCA-B5AC-5AC7B65BCDA8}" type="parTrans" cxnId="{D4605F44-05C0-4127-A99D-C77D7236F863}">
      <dgm:prSet/>
      <dgm:spPr/>
      <dgm:t>
        <a:bodyPr/>
        <a:lstStyle/>
        <a:p>
          <a:endParaRPr lang="es-CO"/>
        </a:p>
      </dgm:t>
    </dgm:pt>
    <dgm:pt modelId="{DA9A370D-EA53-452E-B051-959C97CA6E3E}" type="sibTrans" cxnId="{D4605F44-05C0-4127-A99D-C77D7236F863}">
      <dgm:prSet/>
      <dgm:spPr/>
      <dgm:t>
        <a:bodyPr/>
        <a:lstStyle/>
        <a:p>
          <a:endParaRPr lang="es-CO"/>
        </a:p>
      </dgm:t>
    </dgm:pt>
    <dgm:pt modelId="{81DC9308-65EF-4A1E-9D76-08147D251AB5}" type="pres">
      <dgm:prSet presAssocID="{02ADEE2C-3EEA-482F-967C-C72C1CED4C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1DDD78-A874-4C8D-A067-AE9B28CB3653}" type="pres">
      <dgm:prSet presAssocID="{F93DF43C-28EC-400D-A4F4-8F3AA33862A7}" presName="hierRoot1" presStyleCnt="0"/>
      <dgm:spPr/>
    </dgm:pt>
    <dgm:pt modelId="{091EAD3D-84D7-4E48-B50D-B41A6EA89B18}" type="pres">
      <dgm:prSet presAssocID="{F93DF43C-28EC-400D-A4F4-8F3AA33862A7}" presName="composite" presStyleCnt="0"/>
      <dgm:spPr/>
    </dgm:pt>
    <dgm:pt modelId="{91CD7489-7F75-420E-9203-2222613DF59C}" type="pres">
      <dgm:prSet presAssocID="{F93DF43C-28EC-400D-A4F4-8F3AA33862A7}" presName="background" presStyleLbl="node0" presStyleIdx="0" presStyleCnt="1"/>
      <dgm:spPr/>
    </dgm:pt>
    <dgm:pt modelId="{4B0F5294-144C-4245-9DCC-3F12459DB93A}" type="pres">
      <dgm:prSet presAssocID="{F93DF43C-28EC-400D-A4F4-8F3AA33862A7}" presName="text" presStyleLbl="fgAcc0" presStyleIdx="0" presStyleCnt="1" custScaleX="120076" custScaleY="132044" custLinFactNeighborX="1563" custLinFactNeighborY="-1433">
        <dgm:presLayoutVars>
          <dgm:chPref val="3"/>
        </dgm:presLayoutVars>
      </dgm:prSet>
      <dgm:spPr/>
    </dgm:pt>
    <dgm:pt modelId="{C4700324-87DE-4CD3-A7A2-A2AB2B6082C3}" type="pres">
      <dgm:prSet presAssocID="{F93DF43C-28EC-400D-A4F4-8F3AA33862A7}" presName="hierChild2" presStyleCnt="0"/>
      <dgm:spPr/>
    </dgm:pt>
    <dgm:pt modelId="{6906B20B-2C45-4FCC-A8BF-9B022A8F990C}" type="pres">
      <dgm:prSet presAssocID="{96B43F7D-CF2F-4AE0-9646-85D348B616C9}" presName="Name10" presStyleLbl="parChTrans1D2" presStyleIdx="0" presStyleCnt="3"/>
      <dgm:spPr/>
    </dgm:pt>
    <dgm:pt modelId="{AF2C86CC-2E8B-4661-AF0A-13ADE1074139}" type="pres">
      <dgm:prSet presAssocID="{7A909F50-03B8-41B1-8F0E-7BA61DA22727}" presName="hierRoot2" presStyleCnt="0"/>
      <dgm:spPr/>
    </dgm:pt>
    <dgm:pt modelId="{54E833A6-6349-4833-9AB5-B64DD42F2FCE}" type="pres">
      <dgm:prSet presAssocID="{7A909F50-03B8-41B1-8F0E-7BA61DA22727}" presName="composite2" presStyleCnt="0"/>
      <dgm:spPr/>
    </dgm:pt>
    <dgm:pt modelId="{018C85CE-7B81-453A-9485-5B32053D45E4}" type="pres">
      <dgm:prSet presAssocID="{7A909F50-03B8-41B1-8F0E-7BA61DA22727}" presName="background2" presStyleLbl="node2" presStyleIdx="0" presStyleCnt="3"/>
      <dgm:spPr/>
    </dgm:pt>
    <dgm:pt modelId="{5B589D3A-1593-419F-B004-3C2C722B59FE}" type="pres">
      <dgm:prSet presAssocID="{7A909F50-03B8-41B1-8F0E-7BA61DA22727}" presName="text2" presStyleLbl="fgAcc2" presStyleIdx="0" presStyleCnt="3">
        <dgm:presLayoutVars>
          <dgm:chPref val="3"/>
        </dgm:presLayoutVars>
      </dgm:prSet>
      <dgm:spPr/>
    </dgm:pt>
    <dgm:pt modelId="{4D7EB0ED-33F8-4768-9436-F4BDD17ABE5E}" type="pres">
      <dgm:prSet presAssocID="{7A909F50-03B8-41B1-8F0E-7BA61DA22727}" presName="hierChild3" presStyleCnt="0"/>
      <dgm:spPr/>
    </dgm:pt>
    <dgm:pt modelId="{EAA61542-2A35-41CF-9FFC-03AA8B6FE7C7}" type="pres">
      <dgm:prSet presAssocID="{79FD3650-4015-4CCA-B5AC-5AC7B65BCDA8}" presName="Name10" presStyleLbl="parChTrans1D2" presStyleIdx="1" presStyleCnt="3"/>
      <dgm:spPr/>
    </dgm:pt>
    <dgm:pt modelId="{0D1D7454-CF4F-4EF3-8724-18F051906DF6}" type="pres">
      <dgm:prSet presAssocID="{4F437DA4-1A00-40DD-AD34-7F9F947288F2}" presName="hierRoot2" presStyleCnt="0"/>
      <dgm:spPr/>
    </dgm:pt>
    <dgm:pt modelId="{E0D8B3C9-70DE-40D0-AA16-F648C43557A7}" type="pres">
      <dgm:prSet presAssocID="{4F437DA4-1A00-40DD-AD34-7F9F947288F2}" presName="composite2" presStyleCnt="0"/>
      <dgm:spPr/>
    </dgm:pt>
    <dgm:pt modelId="{6BF58F67-A8E4-4C44-A655-E16DBD60844A}" type="pres">
      <dgm:prSet presAssocID="{4F437DA4-1A00-40DD-AD34-7F9F947288F2}" presName="background2" presStyleLbl="node2" presStyleIdx="1" presStyleCnt="3"/>
      <dgm:spPr/>
    </dgm:pt>
    <dgm:pt modelId="{545861A2-68DA-4E1B-ABEE-D8342CB9BCF2}" type="pres">
      <dgm:prSet presAssocID="{4F437DA4-1A00-40DD-AD34-7F9F947288F2}" presName="text2" presStyleLbl="fgAcc2" presStyleIdx="1" presStyleCnt="3">
        <dgm:presLayoutVars>
          <dgm:chPref val="3"/>
        </dgm:presLayoutVars>
      </dgm:prSet>
      <dgm:spPr/>
    </dgm:pt>
    <dgm:pt modelId="{AD04A6C6-7021-4A8A-B050-C1E49AACD430}" type="pres">
      <dgm:prSet presAssocID="{4F437DA4-1A00-40DD-AD34-7F9F947288F2}" presName="hierChild3" presStyleCnt="0"/>
      <dgm:spPr/>
    </dgm:pt>
    <dgm:pt modelId="{510E794C-BF87-4892-948A-C4E828B4ACEA}" type="pres">
      <dgm:prSet presAssocID="{476A18FF-8865-47CF-9619-ECEEB1CC3104}" presName="Name10" presStyleLbl="parChTrans1D2" presStyleIdx="2" presStyleCnt="3"/>
      <dgm:spPr/>
    </dgm:pt>
    <dgm:pt modelId="{54C1E45B-11C1-4431-BBAB-9435AC5E8B39}" type="pres">
      <dgm:prSet presAssocID="{D7AB3768-A3DE-4897-99AC-9B6DBA6A5CE8}" presName="hierRoot2" presStyleCnt="0"/>
      <dgm:spPr/>
    </dgm:pt>
    <dgm:pt modelId="{A38306EF-6DB2-42CF-99FE-B60735088D85}" type="pres">
      <dgm:prSet presAssocID="{D7AB3768-A3DE-4897-99AC-9B6DBA6A5CE8}" presName="composite2" presStyleCnt="0"/>
      <dgm:spPr/>
    </dgm:pt>
    <dgm:pt modelId="{6444DBF2-F7C0-4ABB-9ECA-D5051378FDF9}" type="pres">
      <dgm:prSet presAssocID="{D7AB3768-A3DE-4897-99AC-9B6DBA6A5CE8}" presName="background2" presStyleLbl="node2" presStyleIdx="2" presStyleCnt="3"/>
      <dgm:spPr/>
    </dgm:pt>
    <dgm:pt modelId="{731F0E84-FBB6-4ED5-B713-B716A7D9D525}" type="pres">
      <dgm:prSet presAssocID="{D7AB3768-A3DE-4897-99AC-9B6DBA6A5CE8}" presName="text2" presStyleLbl="fgAcc2" presStyleIdx="2" presStyleCnt="3">
        <dgm:presLayoutVars>
          <dgm:chPref val="3"/>
        </dgm:presLayoutVars>
      </dgm:prSet>
      <dgm:spPr/>
    </dgm:pt>
    <dgm:pt modelId="{E940EDFF-474C-4137-BCAA-E8A7A3113179}" type="pres">
      <dgm:prSet presAssocID="{D7AB3768-A3DE-4897-99AC-9B6DBA6A5CE8}" presName="hierChild3" presStyleCnt="0"/>
      <dgm:spPr/>
    </dgm:pt>
  </dgm:ptLst>
  <dgm:cxnLst>
    <dgm:cxn modelId="{A554F518-6FC8-48AC-B2D4-779D1EBAA1C2}" srcId="{02ADEE2C-3EEA-482F-967C-C72C1CED4C49}" destId="{F93DF43C-28EC-400D-A4F4-8F3AA33862A7}" srcOrd="0" destOrd="0" parTransId="{F8ABACD2-103A-4701-9A46-92B241BC2839}" sibTransId="{DDB8CCB7-D8B7-497D-9504-4160FE259312}"/>
    <dgm:cxn modelId="{86E6582C-3488-4C24-965E-BD662F2C3C57}" type="presOf" srcId="{F93DF43C-28EC-400D-A4F4-8F3AA33862A7}" destId="{4B0F5294-144C-4245-9DCC-3F12459DB93A}" srcOrd="0" destOrd="0" presId="urn:microsoft.com/office/officeart/2005/8/layout/hierarchy1"/>
    <dgm:cxn modelId="{4F273939-9208-41E2-ADCA-64330735609D}" type="presOf" srcId="{7A909F50-03B8-41B1-8F0E-7BA61DA22727}" destId="{5B589D3A-1593-419F-B004-3C2C722B59FE}" srcOrd="0" destOrd="0" presId="urn:microsoft.com/office/officeart/2005/8/layout/hierarchy1"/>
    <dgm:cxn modelId="{2BAE233C-693A-42E3-B612-88F8B101AFA1}" type="presOf" srcId="{79FD3650-4015-4CCA-B5AC-5AC7B65BCDA8}" destId="{EAA61542-2A35-41CF-9FFC-03AA8B6FE7C7}" srcOrd="0" destOrd="0" presId="urn:microsoft.com/office/officeart/2005/8/layout/hierarchy1"/>
    <dgm:cxn modelId="{C1AFBB40-3222-4AE5-A212-5DA64C771831}" type="presOf" srcId="{96B43F7D-CF2F-4AE0-9646-85D348B616C9}" destId="{6906B20B-2C45-4FCC-A8BF-9B022A8F990C}" srcOrd="0" destOrd="0" presId="urn:microsoft.com/office/officeart/2005/8/layout/hierarchy1"/>
    <dgm:cxn modelId="{D4605F44-05C0-4127-A99D-C77D7236F863}" srcId="{F93DF43C-28EC-400D-A4F4-8F3AA33862A7}" destId="{4F437DA4-1A00-40DD-AD34-7F9F947288F2}" srcOrd="1" destOrd="0" parTransId="{79FD3650-4015-4CCA-B5AC-5AC7B65BCDA8}" sibTransId="{DA9A370D-EA53-452E-B051-959C97CA6E3E}"/>
    <dgm:cxn modelId="{1F333993-F5E3-423B-9468-F12B20F4E90C}" type="presOf" srcId="{D7AB3768-A3DE-4897-99AC-9B6DBA6A5CE8}" destId="{731F0E84-FBB6-4ED5-B713-B716A7D9D525}" srcOrd="0" destOrd="0" presId="urn:microsoft.com/office/officeart/2005/8/layout/hierarchy1"/>
    <dgm:cxn modelId="{FDD8709E-3CF9-4B78-B2C4-568EF72FB4FA}" type="presOf" srcId="{476A18FF-8865-47CF-9619-ECEEB1CC3104}" destId="{510E794C-BF87-4892-948A-C4E828B4ACEA}" srcOrd="0" destOrd="0" presId="urn:microsoft.com/office/officeart/2005/8/layout/hierarchy1"/>
    <dgm:cxn modelId="{E1AB43A4-F353-426C-B890-93557B8138F5}" type="presOf" srcId="{4F437DA4-1A00-40DD-AD34-7F9F947288F2}" destId="{545861A2-68DA-4E1B-ABEE-D8342CB9BCF2}" srcOrd="0" destOrd="0" presId="urn:microsoft.com/office/officeart/2005/8/layout/hierarchy1"/>
    <dgm:cxn modelId="{B46F48B7-E8AB-45C8-860A-E38A49AD7E3E}" srcId="{F93DF43C-28EC-400D-A4F4-8F3AA33862A7}" destId="{D7AB3768-A3DE-4897-99AC-9B6DBA6A5CE8}" srcOrd="2" destOrd="0" parTransId="{476A18FF-8865-47CF-9619-ECEEB1CC3104}" sibTransId="{891CF329-A0F0-467F-AE61-5415DA13F1DC}"/>
    <dgm:cxn modelId="{A21BC3C6-4FF1-491D-B778-5BC15E40C570}" type="presOf" srcId="{02ADEE2C-3EEA-482F-967C-C72C1CED4C49}" destId="{81DC9308-65EF-4A1E-9D76-08147D251AB5}" srcOrd="0" destOrd="0" presId="urn:microsoft.com/office/officeart/2005/8/layout/hierarchy1"/>
    <dgm:cxn modelId="{1DBC2AFC-FD7B-4F38-947B-140830172167}" srcId="{F93DF43C-28EC-400D-A4F4-8F3AA33862A7}" destId="{7A909F50-03B8-41B1-8F0E-7BA61DA22727}" srcOrd="0" destOrd="0" parTransId="{96B43F7D-CF2F-4AE0-9646-85D348B616C9}" sibTransId="{1ADCF6DC-30B5-4335-BB14-F236241F7D82}"/>
    <dgm:cxn modelId="{9AE2CA24-B78C-4509-AC3D-E581B23369CF}" type="presParOf" srcId="{81DC9308-65EF-4A1E-9D76-08147D251AB5}" destId="{711DDD78-A874-4C8D-A067-AE9B28CB3653}" srcOrd="0" destOrd="0" presId="urn:microsoft.com/office/officeart/2005/8/layout/hierarchy1"/>
    <dgm:cxn modelId="{60302613-DA54-465F-BDC3-5C67C66BBB78}" type="presParOf" srcId="{711DDD78-A874-4C8D-A067-AE9B28CB3653}" destId="{091EAD3D-84D7-4E48-B50D-B41A6EA89B18}" srcOrd="0" destOrd="0" presId="urn:microsoft.com/office/officeart/2005/8/layout/hierarchy1"/>
    <dgm:cxn modelId="{90D4B1E1-7C7C-4E1E-957F-F33326D78E29}" type="presParOf" srcId="{091EAD3D-84D7-4E48-B50D-B41A6EA89B18}" destId="{91CD7489-7F75-420E-9203-2222613DF59C}" srcOrd="0" destOrd="0" presId="urn:microsoft.com/office/officeart/2005/8/layout/hierarchy1"/>
    <dgm:cxn modelId="{37136029-A26C-4C8F-91DE-B6E0DB1A000E}" type="presParOf" srcId="{091EAD3D-84D7-4E48-B50D-B41A6EA89B18}" destId="{4B0F5294-144C-4245-9DCC-3F12459DB93A}" srcOrd="1" destOrd="0" presId="urn:microsoft.com/office/officeart/2005/8/layout/hierarchy1"/>
    <dgm:cxn modelId="{9482EB33-EB6D-4F47-AF64-E6A2C90A30E0}" type="presParOf" srcId="{711DDD78-A874-4C8D-A067-AE9B28CB3653}" destId="{C4700324-87DE-4CD3-A7A2-A2AB2B6082C3}" srcOrd="1" destOrd="0" presId="urn:microsoft.com/office/officeart/2005/8/layout/hierarchy1"/>
    <dgm:cxn modelId="{84B49204-47CC-4FC0-B3B8-A31057CC4434}" type="presParOf" srcId="{C4700324-87DE-4CD3-A7A2-A2AB2B6082C3}" destId="{6906B20B-2C45-4FCC-A8BF-9B022A8F990C}" srcOrd="0" destOrd="0" presId="urn:microsoft.com/office/officeart/2005/8/layout/hierarchy1"/>
    <dgm:cxn modelId="{13E8C464-2EE2-464D-8AA8-587F310D0EA8}" type="presParOf" srcId="{C4700324-87DE-4CD3-A7A2-A2AB2B6082C3}" destId="{AF2C86CC-2E8B-4661-AF0A-13ADE1074139}" srcOrd="1" destOrd="0" presId="urn:microsoft.com/office/officeart/2005/8/layout/hierarchy1"/>
    <dgm:cxn modelId="{4677AAE2-C971-4829-B58B-5A4A36F34A67}" type="presParOf" srcId="{AF2C86CC-2E8B-4661-AF0A-13ADE1074139}" destId="{54E833A6-6349-4833-9AB5-B64DD42F2FCE}" srcOrd="0" destOrd="0" presId="urn:microsoft.com/office/officeart/2005/8/layout/hierarchy1"/>
    <dgm:cxn modelId="{6191E41A-08EE-4DBE-B89A-8870094462E8}" type="presParOf" srcId="{54E833A6-6349-4833-9AB5-B64DD42F2FCE}" destId="{018C85CE-7B81-453A-9485-5B32053D45E4}" srcOrd="0" destOrd="0" presId="urn:microsoft.com/office/officeart/2005/8/layout/hierarchy1"/>
    <dgm:cxn modelId="{17403143-0B74-443C-B04C-EC9A54B9320F}" type="presParOf" srcId="{54E833A6-6349-4833-9AB5-B64DD42F2FCE}" destId="{5B589D3A-1593-419F-B004-3C2C722B59FE}" srcOrd="1" destOrd="0" presId="urn:microsoft.com/office/officeart/2005/8/layout/hierarchy1"/>
    <dgm:cxn modelId="{92F494F3-4946-4EB2-9ED1-E52872273905}" type="presParOf" srcId="{AF2C86CC-2E8B-4661-AF0A-13ADE1074139}" destId="{4D7EB0ED-33F8-4768-9436-F4BDD17ABE5E}" srcOrd="1" destOrd="0" presId="urn:microsoft.com/office/officeart/2005/8/layout/hierarchy1"/>
    <dgm:cxn modelId="{79BF5E01-F797-494E-917E-87CF8BBE9C1C}" type="presParOf" srcId="{C4700324-87DE-4CD3-A7A2-A2AB2B6082C3}" destId="{EAA61542-2A35-41CF-9FFC-03AA8B6FE7C7}" srcOrd="2" destOrd="0" presId="urn:microsoft.com/office/officeart/2005/8/layout/hierarchy1"/>
    <dgm:cxn modelId="{8F5BAF21-0305-4D8B-B738-E8B6ED5CD5AC}" type="presParOf" srcId="{C4700324-87DE-4CD3-A7A2-A2AB2B6082C3}" destId="{0D1D7454-CF4F-4EF3-8724-18F051906DF6}" srcOrd="3" destOrd="0" presId="urn:microsoft.com/office/officeart/2005/8/layout/hierarchy1"/>
    <dgm:cxn modelId="{2B1D5C9F-3D1A-4846-9E77-3515E0A12E57}" type="presParOf" srcId="{0D1D7454-CF4F-4EF3-8724-18F051906DF6}" destId="{E0D8B3C9-70DE-40D0-AA16-F648C43557A7}" srcOrd="0" destOrd="0" presId="urn:microsoft.com/office/officeart/2005/8/layout/hierarchy1"/>
    <dgm:cxn modelId="{53402940-853C-4B11-9BB3-314ECCF07C2D}" type="presParOf" srcId="{E0D8B3C9-70DE-40D0-AA16-F648C43557A7}" destId="{6BF58F67-A8E4-4C44-A655-E16DBD60844A}" srcOrd="0" destOrd="0" presId="urn:microsoft.com/office/officeart/2005/8/layout/hierarchy1"/>
    <dgm:cxn modelId="{A78C98F8-77B8-48ED-8DA6-CB297536DC21}" type="presParOf" srcId="{E0D8B3C9-70DE-40D0-AA16-F648C43557A7}" destId="{545861A2-68DA-4E1B-ABEE-D8342CB9BCF2}" srcOrd="1" destOrd="0" presId="urn:microsoft.com/office/officeart/2005/8/layout/hierarchy1"/>
    <dgm:cxn modelId="{DB861155-E0A3-47A4-85B1-902DA20EADDA}" type="presParOf" srcId="{0D1D7454-CF4F-4EF3-8724-18F051906DF6}" destId="{AD04A6C6-7021-4A8A-B050-C1E49AACD430}" srcOrd="1" destOrd="0" presId="urn:microsoft.com/office/officeart/2005/8/layout/hierarchy1"/>
    <dgm:cxn modelId="{9DC259C6-632B-4769-97AC-9550B2A6989A}" type="presParOf" srcId="{C4700324-87DE-4CD3-A7A2-A2AB2B6082C3}" destId="{510E794C-BF87-4892-948A-C4E828B4ACEA}" srcOrd="4" destOrd="0" presId="urn:microsoft.com/office/officeart/2005/8/layout/hierarchy1"/>
    <dgm:cxn modelId="{4F9F1B53-A84A-4266-90FB-2E4F4113EDEE}" type="presParOf" srcId="{C4700324-87DE-4CD3-A7A2-A2AB2B6082C3}" destId="{54C1E45B-11C1-4431-BBAB-9435AC5E8B39}" srcOrd="5" destOrd="0" presId="urn:microsoft.com/office/officeart/2005/8/layout/hierarchy1"/>
    <dgm:cxn modelId="{9BEDCC2F-2D56-43DA-8343-DEE42400A084}" type="presParOf" srcId="{54C1E45B-11C1-4431-BBAB-9435AC5E8B39}" destId="{A38306EF-6DB2-42CF-99FE-B60735088D85}" srcOrd="0" destOrd="0" presId="urn:microsoft.com/office/officeart/2005/8/layout/hierarchy1"/>
    <dgm:cxn modelId="{52F497F1-F072-4A3B-9908-9BE0F4BF480C}" type="presParOf" srcId="{A38306EF-6DB2-42CF-99FE-B60735088D85}" destId="{6444DBF2-F7C0-4ABB-9ECA-D5051378FDF9}" srcOrd="0" destOrd="0" presId="urn:microsoft.com/office/officeart/2005/8/layout/hierarchy1"/>
    <dgm:cxn modelId="{CB6DF43F-BCFD-4E91-86E2-6D8356DEF2C4}" type="presParOf" srcId="{A38306EF-6DB2-42CF-99FE-B60735088D85}" destId="{731F0E84-FBB6-4ED5-B713-B716A7D9D525}" srcOrd="1" destOrd="0" presId="urn:microsoft.com/office/officeart/2005/8/layout/hierarchy1"/>
    <dgm:cxn modelId="{9E111965-E4C5-4B94-BA0B-68292BA45FA8}" type="presParOf" srcId="{54C1E45B-11C1-4431-BBAB-9435AC5E8B39}" destId="{E940EDFF-474C-4137-BCAA-E8A7A311317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2ADEE2C-3EEA-482F-967C-C72C1CED4C4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s-CO"/>
        </a:p>
      </dgm:t>
    </dgm:pt>
    <dgm:pt modelId="{F93DF43C-28EC-400D-A4F4-8F3AA33862A7}">
      <dgm:prSet phldrT="[Texto]" custT="1"/>
      <dgm:spPr/>
      <dgm:t>
        <a:bodyPr/>
        <a:lstStyle/>
        <a:p>
          <a:r>
            <a:rPr lang="es-MX" sz="1600" b="1" i="1" dirty="0"/>
            <a:t>Consulta PQRS</a:t>
          </a:r>
          <a:endParaRPr lang="es-CO" sz="1600" b="1" i="1" dirty="0"/>
        </a:p>
      </dgm:t>
    </dgm:pt>
    <dgm:pt modelId="{F8ABACD2-103A-4701-9A46-92B241BC2839}" type="parTrans" cxnId="{A554F518-6FC8-48AC-B2D4-779D1EBAA1C2}">
      <dgm:prSet/>
      <dgm:spPr/>
      <dgm:t>
        <a:bodyPr/>
        <a:lstStyle/>
        <a:p>
          <a:endParaRPr lang="es-CO"/>
        </a:p>
      </dgm:t>
    </dgm:pt>
    <dgm:pt modelId="{DDB8CCB7-D8B7-497D-9504-4160FE259312}" type="sibTrans" cxnId="{A554F518-6FC8-48AC-B2D4-779D1EBAA1C2}">
      <dgm:prSet/>
      <dgm:spPr/>
      <dgm:t>
        <a:bodyPr/>
        <a:lstStyle/>
        <a:p>
          <a:endParaRPr lang="es-CO"/>
        </a:p>
      </dgm:t>
    </dgm:pt>
    <dgm:pt modelId="{7A909F50-03B8-41B1-8F0E-7BA61DA22727}">
      <dgm:prSet phldrT="[Texto]"/>
      <dgm:spPr/>
      <dgm:t>
        <a:bodyPr/>
        <a:lstStyle/>
        <a:p>
          <a:r>
            <a:rPr lang="es-MX" dirty="0"/>
            <a:t>Listado completo de radicados </a:t>
          </a:r>
          <a:endParaRPr lang="es-CO" dirty="0"/>
        </a:p>
      </dgm:t>
    </dgm:pt>
    <dgm:pt modelId="{96B43F7D-CF2F-4AE0-9646-85D348B616C9}" type="parTrans" cxnId="{1DBC2AFC-FD7B-4F38-947B-140830172167}">
      <dgm:prSet/>
      <dgm:spPr/>
      <dgm:t>
        <a:bodyPr/>
        <a:lstStyle/>
        <a:p>
          <a:endParaRPr lang="es-CO"/>
        </a:p>
      </dgm:t>
    </dgm:pt>
    <dgm:pt modelId="{1ADCF6DC-30B5-4335-BB14-F236241F7D82}" type="sibTrans" cxnId="{1DBC2AFC-FD7B-4F38-947B-140830172167}">
      <dgm:prSet/>
      <dgm:spPr/>
      <dgm:t>
        <a:bodyPr/>
        <a:lstStyle/>
        <a:p>
          <a:endParaRPr lang="es-CO"/>
        </a:p>
      </dgm:t>
    </dgm:pt>
    <dgm:pt modelId="{4F437DA4-1A00-40DD-AD34-7F9F947288F2}">
      <dgm:prSet phldrT="[Texto]"/>
      <dgm:spPr/>
      <dgm:t>
        <a:bodyPr/>
        <a:lstStyle/>
        <a:p>
          <a:r>
            <a:rPr lang="es-MX" dirty="0"/>
            <a:t>Filtro por tipo y estado </a:t>
          </a:r>
          <a:endParaRPr lang="es-CO" dirty="0"/>
        </a:p>
      </dgm:t>
    </dgm:pt>
    <dgm:pt modelId="{79FD3650-4015-4CCA-B5AC-5AC7B65BCDA8}" type="parTrans" cxnId="{D4605F44-05C0-4127-A99D-C77D7236F863}">
      <dgm:prSet/>
      <dgm:spPr/>
      <dgm:t>
        <a:bodyPr/>
        <a:lstStyle/>
        <a:p>
          <a:endParaRPr lang="es-CO"/>
        </a:p>
      </dgm:t>
    </dgm:pt>
    <dgm:pt modelId="{DA9A370D-EA53-452E-B051-959C97CA6E3E}" type="sibTrans" cxnId="{D4605F44-05C0-4127-A99D-C77D7236F863}">
      <dgm:prSet/>
      <dgm:spPr/>
      <dgm:t>
        <a:bodyPr/>
        <a:lstStyle/>
        <a:p>
          <a:endParaRPr lang="es-CO"/>
        </a:p>
      </dgm:t>
    </dgm:pt>
    <dgm:pt modelId="{81DC9308-65EF-4A1E-9D76-08147D251AB5}" type="pres">
      <dgm:prSet presAssocID="{02ADEE2C-3EEA-482F-967C-C72C1CED4C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1DDD78-A874-4C8D-A067-AE9B28CB3653}" type="pres">
      <dgm:prSet presAssocID="{F93DF43C-28EC-400D-A4F4-8F3AA33862A7}" presName="hierRoot1" presStyleCnt="0"/>
      <dgm:spPr/>
    </dgm:pt>
    <dgm:pt modelId="{091EAD3D-84D7-4E48-B50D-B41A6EA89B18}" type="pres">
      <dgm:prSet presAssocID="{F93DF43C-28EC-400D-A4F4-8F3AA33862A7}" presName="composite" presStyleCnt="0"/>
      <dgm:spPr/>
    </dgm:pt>
    <dgm:pt modelId="{91CD7489-7F75-420E-9203-2222613DF59C}" type="pres">
      <dgm:prSet presAssocID="{F93DF43C-28EC-400D-A4F4-8F3AA33862A7}" presName="background" presStyleLbl="node0" presStyleIdx="0" presStyleCnt="1"/>
      <dgm:spPr/>
    </dgm:pt>
    <dgm:pt modelId="{4B0F5294-144C-4245-9DCC-3F12459DB93A}" type="pres">
      <dgm:prSet presAssocID="{F93DF43C-28EC-400D-A4F4-8F3AA33862A7}" presName="text" presStyleLbl="fgAcc0" presStyleIdx="0" presStyleCnt="1" custScaleX="120076" custScaleY="132044">
        <dgm:presLayoutVars>
          <dgm:chPref val="3"/>
        </dgm:presLayoutVars>
      </dgm:prSet>
      <dgm:spPr/>
    </dgm:pt>
    <dgm:pt modelId="{C4700324-87DE-4CD3-A7A2-A2AB2B6082C3}" type="pres">
      <dgm:prSet presAssocID="{F93DF43C-28EC-400D-A4F4-8F3AA33862A7}" presName="hierChild2" presStyleCnt="0"/>
      <dgm:spPr/>
    </dgm:pt>
    <dgm:pt modelId="{6906B20B-2C45-4FCC-A8BF-9B022A8F990C}" type="pres">
      <dgm:prSet presAssocID="{96B43F7D-CF2F-4AE0-9646-85D348B616C9}" presName="Name10" presStyleLbl="parChTrans1D2" presStyleIdx="0" presStyleCnt="2"/>
      <dgm:spPr/>
    </dgm:pt>
    <dgm:pt modelId="{AF2C86CC-2E8B-4661-AF0A-13ADE1074139}" type="pres">
      <dgm:prSet presAssocID="{7A909F50-03B8-41B1-8F0E-7BA61DA22727}" presName="hierRoot2" presStyleCnt="0"/>
      <dgm:spPr/>
    </dgm:pt>
    <dgm:pt modelId="{54E833A6-6349-4833-9AB5-B64DD42F2FCE}" type="pres">
      <dgm:prSet presAssocID="{7A909F50-03B8-41B1-8F0E-7BA61DA22727}" presName="composite2" presStyleCnt="0"/>
      <dgm:spPr/>
    </dgm:pt>
    <dgm:pt modelId="{018C85CE-7B81-453A-9485-5B32053D45E4}" type="pres">
      <dgm:prSet presAssocID="{7A909F50-03B8-41B1-8F0E-7BA61DA22727}" presName="background2" presStyleLbl="node2" presStyleIdx="0" presStyleCnt="2"/>
      <dgm:spPr/>
    </dgm:pt>
    <dgm:pt modelId="{5B589D3A-1593-419F-B004-3C2C722B59FE}" type="pres">
      <dgm:prSet presAssocID="{7A909F50-03B8-41B1-8F0E-7BA61DA22727}" presName="text2" presStyleLbl="fgAcc2" presStyleIdx="0" presStyleCnt="2">
        <dgm:presLayoutVars>
          <dgm:chPref val="3"/>
        </dgm:presLayoutVars>
      </dgm:prSet>
      <dgm:spPr/>
    </dgm:pt>
    <dgm:pt modelId="{4D7EB0ED-33F8-4768-9436-F4BDD17ABE5E}" type="pres">
      <dgm:prSet presAssocID="{7A909F50-03B8-41B1-8F0E-7BA61DA22727}" presName="hierChild3" presStyleCnt="0"/>
      <dgm:spPr/>
    </dgm:pt>
    <dgm:pt modelId="{EAA61542-2A35-41CF-9FFC-03AA8B6FE7C7}" type="pres">
      <dgm:prSet presAssocID="{79FD3650-4015-4CCA-B5AC-5AC7B65BCDA8}" presName="Name10" presStyleLbl="parChTrans1D2" presStyleIdx="1" presStyleCnt="2"/>
      <dgm:spPr/>
    </dgm:pt>
    <dgm:pt modelId="{0D1D7454-CF4F-4EF3-8724-18F051906DF6}" type="pres">
      <dgm:prSet presAssocID="{4F437DA4-1A00-40DD-AD34-7F9F947288F2}" presName="hierRoot2" presStyleCnt="0"/>
      <dgm:spPr/>
    </dgm:pt>
    <dgm:pt modelId="{E0D8B3C9-70DE-40D0-AA16-F648C43557A7}" type="pres">
      <dgm:prSet presAssocID="{4F437DA4-1A00-40DD-AD34-7F9F947288F2}" presName="composite2" presStyleCnt="0"/>
      <dgm:spPr/>
    </dgm:pt>
    <dgm:pt modelId="{6BF58F67-A8E4-4C44-A655-E16DBD60844A}" type="pres">
      <dgm:prSet presAssocID="{4F437DA4-1A00-40DD-AD34-7F9F947288F2}" presName="background2" presStyleLbl="node2" presStyleIdx="1" presStyleCnt="2"/>
      <dgm:spPr/>
    </dgm:pt>
    <dgm:pt modelId="{545861A2-68DA-4E1B-ABEE-D8342CB9BCF2}" type="pres">
      <dgm:prSet presAssocID="{4F437DA4-1A00-40DD-AD34-7F9F947288F2}" presName="text2" presStyleLbl="fgAcc2" presStyleIdx="1" presStyleCnt="2">
        <dgm:presLayoutVars>
          <dgm:chPref val="3"/>
        </dgm:presLayoutVars>
      </dgm:prSet>
      <dgm:spPr/>
    </dgm:pt>
    <dgm:pt modelId="{AD04A6C6-7021-4A8A-B050-C1E49AACD430}" type="pres">
      <dgm:prSet presAssocID="{4F437DA4-1A00-40DD-AD34-7F9F947288F2}" presName="hierChild3" presStyleCnt="0"/>
      <dgm:spPr/>
    </dgm:pt>
  </dgm:ptLst>
  <dgm:cxnLst>
    <dgm:cxn modelId="{A554F518-6FC8-48AC-B2D4-779D1EBAA1C2}" srcId="{02ADEE2C-3EEA-482F-967C-C72C1CED4C49}" destId="{F93DF43C-28EC-400D-A4F4-8F3AA33862A7}" srcOrd="0" destOrd="0" parTransId="{F8ABACD2-103A-4701-9A46-92B241BC2839}" sibTransId="{DDB8CCB7-D8B7-497D-9504-4160FE259312}"/>
    <dgm:cxn modelId="{86E6582C-3488-4C24-965E-BD662F2C3C57}" type="presOf" srcId="{F93DF43C-28EC-400D-A4F4-8F3AA33862A7}" destId="{4B0F5294-144C-4245-9DCC-3F12459DB93A}" srcOrd="0" destOrd="0" presId="urn:microsoft.com/office/officeart/2005/8/layout/hierarchy1"/>
    <dgm:cxn modelId="{4F273939-9208-41E2-ADCA-64330735609D}" type="presOf" srcId="{7A909F50-03B8-41B1-8F0E-7BA61DA22727}" destId="{5B589D3A-1593-419F-B004-3C2C722B59FE}" srcOrd="0" destOrd="0" presId="urn:microsoft.com/office/officeart/2005/8/layout/hierarchy1"/>
    <dgm:cxn modelId="{2BAE233C-693A-42E3-B612-88F8B101AFA1}" type="presOf" srcId="{79FD3650-4015-4CCA-B5AC-5AC7B65BCDA8}" destId="{EAA61542-2A35-41CF-9FFC-03AA8B6FE7C7}" srcOrd="0" destOrd="0" presId="urn:microsoft.com/office/officeart/2005/8/layout/hierarchy1"/>
    <dgm:cxn modelId="{C1AFBB40-3222-4AE5-A212-5DA64C771831}" type="presOf" srcId="{96B43F7D-CF2F-4AE0-9646-85D348B616C9}" destId="{6906B20B-2C45-4FCC-A8BF-9B022A8F990C}" srcOrd="0" destOrd="0" presId="urn:microsoft.com/office/officeart/2005/8/layout/hierarchy1"/>
    <dgm:cxn modelId="{D4605F44-05C0-4127-A99D-C77D7236F863}" srcId="{F93DF43C-28EC-400D-A4F4-8F3AA33862A7}" destId="{4F437DA4-1A00-40DD-AD34-7F9F947288F2}" srcOrd="1" destOrd="0" parTransId="{79FD3650-4015-4CCA-B5AC-5AC7B65BCDA8}" sibTransId="{DA9A370D-EA53-452E-B051-959C97CA6E3E}"/>
    <dgm:cxn modelId="{E1AB43A4-F353-426C-B890-93557B8138F5}" type="presOf" srcId="{4F437DA4-1A00-40DD-AD34-7F9F947288F2}" destId="{545861A2-68DA-4E1B-ABEE-D8342CB9BCF2}" srcOrd="0" destOrd="0" presId="urn:microsoft.com/office/officeart/2005/8/layout/hierarchy1"/>
    <dgm:cxn modelId="{A21BC3C6-4FF1-491D-B778-5BC15E40C570}" type="presOf" srcId="{02ADEE2C-3EEA-482F-967C-C72C1CED4C49}" destId="{81DC9308-65EF-4A1E-9D76-08147D251AB5}" srcOrd="0" destOrd="0" presId="urn:microsoft.com/office/officeart/2005/8/layout/hierarchy1"/>
    <dgm:cxn modelId="{1DBC2AFC-FD7B-4F38-947B-140830172167}" srcId="{F93DF43C-28EC-400D-A4F4-8F3AA33862A7}" destId="{7A909F50-03B8-41B1-8F0E-7BA61DA22727}" srcOrd="0" destOrd="0" parTransId="{96B43F7D-CF2F-4AE0-9646-85D348B616C9}" sibTransId="{1ADCF6DC-30B5-4335-BB14-F236241F7D82}"/>
    <dgm:cxn modelId="{9AE2CA24-B78C-4509-AC3D-E581B23369CF}" type="presParOf" srcId="{81DC9308-65EF-4A1E-9D76-08147D251AB5}" destId="{711DDD78-A874-4C8D-A067-AE9B28CB3653}" srcOrd="0" destOrd="0" presId="urn:microsoft.com/office/officeart/2005/8/layout/hierarchy1"/>
    <dgm:cxn modelId="{60302613-DA54-465F-BDC3-5C67C66BBB78}" type="presParOf" srcId="{711DDD78-A874-4C8D-A067-AE9B28CB3653}" destId="{091EAD3D-84D7-4E48-B50D-B41A6EA89B18}" srcOrd="0" destOrd="0" presId="urn:microsoft.com/office/officeart/2005/8/layout/hierarchy1"/>
    <dgm:cxn modelId="{90D4B1E1-7C7C-4E1E-957F-F33326D78E29}" type="presParOf" srcId="{091EAD3D-84D7-4E48-B50D-B41A6EA89B18}" destId="{91CD7489-7F75-420E-9203-2222613DF59C}" srcOrd="0" destOrd="0" presId="urn:microsoft.com/office/officeart/2005/8/layout/hierarchy1"/>
    <dgm:cxn modelId="{37136029-A26C-4C8F-91DE-B6E0DB1A000E}" type="presParOf" srcId="{091EAD3D-84D7-4E48-B50D-B41A6EA89B18}" destId="{4B0F5294-144C-4245-9DCC-3F12459DB93A}" srcOrd="1" destOrd="0" presId="urn:microsoft.com/office/officeart/2005/8/layout/hierarchy1"/>
    <dgm:cxn modelId="{9482EB33-EB6D-4F47-AF64-E6A2C90A30E0}" type="presParOf" srcId="{711DDD78-A874-4C8D-A067-AE9B28CB3653}" destId="{C4700324-87DE-4CD3-A7A2-A2AB2B6082C3}" srcOrd="1" destOrd="0" presId="urn:microsoft.com/office/officeart/2005/8/layout/hierarchy1"/>
    <dgm:cxn modelId="{84B49204-47CC-4FC0-B3B8-A31057CC4434}" type="presParOf" srcId="{C4700324-87DE-4CD3-A7A2-A2AB2B6082C3}" destId="{6906B20B-2C45-4FCC-A8BF-9B022A8F990C}" srcOrd="0" destOrd="0" presId="urn:microsoft.com/office/officeart/2005/8/layout/hierarchy1"/>
    <dgm:cxn modelId="{13E8C464-2EE2-464D-8AA8-587F310D0EA8}" type="presParOf" srcId="{C4700324-87DE-4CD3-A7A2-A2AB2B6082C3}" destId="{AF2C86CC-2E8B-4661-AF0A-13ADE1074139}" srcOrd="1" destOrd="0" presId="urn:microsoft.com/office/officeart/2005/8/layout/hierarchy1"/>
    <dgm:cxn modelId="{4677AAE2-C971-4829-B58B-5A4A36F34A67}" type="presParOf" srcId="{AF2C86CC-2E8B-4661-AF0A-13ADE1074139}" destId="{54E833A6-6349-4833-9AB5-B64DD42F2FCE}" srcOrd="0" destOrd="0" presId="urn:microsoft.com/office/officeart/2005/8/layout/hierarchy1"/>
    <dgm:cxn modelId="{6191E41A-08EE-4DBE-B89A-8870094462E8}" type="presParOf" srcId="{54E833A6-6349-4833-9AB5-B64DD42F2FCE}" destId="{018C85CE-7B81-453A-9485-5B32053D45E4}" srcOrd="0" destOrd="0" presId="urn:microsoft.com/office/officeart/2005/8/layout/hierarchy1"/>
    <dgm:cxn modelId="{17403143-0B74-443C-B04C-EC9A54B9320F}" type="presParOf" srcId="{54E833A6-6349-4833-9AB5-B64DD42F2FCE}" destId="{5B589D3A-1593-419F-B004-3C2C722B59FE}" srcOrd="1" destOrd="0" presId="urn:microsoft.com/office/officeart/2005/8/layout/hierarchy1"/>
    <dgm:cxn modelId="{92F494F3-4946-4EB2-9ED1-E52872273905}" type="presParOf" srcId="{AF2C86CC-2E8B-4661-AF0A-13ADE1074139}" destId="{4D7EB0ED-33F8-4768-9436-F4BDD17ABE5E}" srcOrd="1" destOrd="0" presId="urn:microsoft.com/office/officeart/2005/8/layout/hierarchy1"/>
    <dgm:cxn modelId="{79BF5E01-F797-494E-917E-87CF8BBE9C1C}" type="presParOf" srcId="{C4700324-87DE-4CD3-A7A2-A2AB2B6082C3}" destId="{EAA61542-2A35-41CF-9FFC-03AA8B6FE7C7}" srcOrd="2" destOrd="0" presId="urn:microsoft.com/office/officeart/2005/8/layout/hierarchy1"/>
    <dgm:cxn modelId="{8F5BAF21-0305-4D8B-B738-E8B6ED5CD5AC}" type="presParOf" srcId="{C4700324-87DE-4CD3-A7A2-A2AB2B6082C3}" destId="{0D1D7454-CF4F-4EF3-8724-18F051906DF6}" srcOrd="3" destOrd="0" presId="urn:microsoft.com/office/officeart/2005/8/layout/hierarchy1"/>
    <dgm:cxn modelId="{2B1D5C9F-3D1A-4846-9E77-3515E0A12E57}" type="presParOf" srcId="{0D1D7454-CF4F-4EF3-8724-18F051906DF6}" destId="{E0D8B3C9-70DE-40D0-AA16-F648C43557A7}" srcOrd="0" destOrd="0" presId="urn:microsoft.com/office/officeart/2005/8/layout/hierarchy1"/>
    <dgm:cxn modelId="{53402940-853C-4B11-9BB3-314ECCF07C2D}" type="presParOf" srcId="{E0D8B3C9-70DE-40D0-AA16-F648C43557A7}" destId="{6BF58F67-A8E4-4C44-A655-E16DBD60844A}" srcOrd="0" destOrd="0" presId="urn:microsoft.com/office/officeart/2005/8/layout/hierarchy1"/>
    <dgm:cxn modelId="{A78C98F8-77B8-48ED-8DA6-CB297536DC21}" type="presParOf" srcId="{E0D8B3C9-70DE-40D0-AA16-F648C43557A7}" destId="{545861A2-68DA-4E1B-ABEE-D8342CB9BCF2}" srcOrd="1" destOrd="0" presId="urn:microsoft.com/office/officeart/2005/8/layout/hierarchy1"/>
    <dgm:cxn modelId="{DB861155-E0A3-47A4-85B1-902DA20EADDA}" type="presParOf" srcId="{0D1D7454-CF4F-4EF3-8724-18F051906DF6}" destId="{AD04A6C6-7021-4A8A-B050-C1E49AACD43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E794C-BF87-4892-948A-C4E828B4ACEA}">
      <dsp:nvSpPr>
        <dsp:cNvPr id="0" name=""/>
        <dsp:cNvSpPr/>
      </dsp:nvSpPr>
      <dsp:spPr>
        <a:xfrm>
          <a:off x="1980571" y="1241585"/>
          <a:ext cx="1405566" cy="334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925"/>
              </a:lnTo>
              <a:lnTo>
                <a:pt x="1405566" y="227925"/>
              </a:lnTo>
              <a:lnTo>
                <a:pt x="1405566" y="334460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61542-2A35-41CF-9FFC-03AA8B6FE7C7}">
      <dsp:nvSpPr>
        <dsp:cNvPr id="0" name=""/>
        <dsp:cNvSpPr/>
      </dsp:nvSpPr>
      <dsp:spPr>
        <a:xfrm>
          <a:off x="1934851" y="1241585"/>
          <a:ext cx="91440" cy="3344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4460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6B20B-2C45-4FCC-A8BF-9B022A8F990C}">
      <dsp:nvSpPr>
        <dsp:cNvPr id="0" name=""/>
        <dsp:cNvSpPr/>
      </dsp:nvSpPr>
      <dsp:spPr>
        <a:xfrm>
          <a:off x="575004" y="1241585"/>
          <a:ext cx="1405566" cy="334460"/>
        </a:xfrm>
        <a:custGeom>
          <a:avLst/>
          <a:gdLst/>
          <a:ahLst/>
          <a:cxnLst/>
          <a:rect l="0" t="0" r="0" b="0"/>
          <a:pathLst>
            <a:path>
              <a:moveTo>
                <a:pt x="1405566" y="0"/>
              </a:moveTo>
              <a:lnTo>
                <a:pt x="1405566" y="227925"/>
              </a:lnTo>
              <a:lnTo>
                <a:pt x="0" y="227925"/>
              </a:lnTo>
              <a:lnTo>
                <a:pt x="0" y="334460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CD7489-7F75-420E-9203-2222613DF59C}">
      <dsp:nvSpPr>
        <dsp:cNvPr id="0" name=""/>
        <dsp:cNvSpPr/>
      </dsp:nvSpPr>
      <dsp:spPr>
        <a:xfrm>
          <a:off x="1290128" y="277326"/>
          <a:ext cx="1380884" cy="964258"/>
        </a:xfrm>
        <a:prstGeom prst="roundRect">
          <a:avLst>
            <a:gd name="adj" fmla="val 10000"/>
          </a:avLst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5294-144C-4245-9DCC-3F12459DB93A}">
      <dsp:nvSpPr>
        <dsp:cNvPr id="0" name=""/>
        <dsp:cNvSpPr/>
      </dsp:nvSpPr>
      <dsp:spPr>
        <a:xfrm>
          <a:off x="1417907" y="398716"/>
          <a:ext cx="1380884" cy="964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i="1" kern="1200" dirty="0"/>
            <a:t>Radicación PQRS</a:t>
          </a:r>
          <a:endParaRPr lang="es-CO" sz="1600" b="1" i="1" kern="1200" dirty="0"/>
        </a:p>
      </dsp:txBody>
      <dsp:txXfrm>
        <a:off x="1446149" y="426958"/>
        <a:ext cx="1324400" cy="907774"/>
      </dsp:txXfrm>
    </dsp:sp>
    <dsp:sp modelId="{018C85CE-7B81-453A-9485-5B32053D45E4}">
      <dsp:nvSpPr>
        <dsp:cNvPr id="0" name=""/>
        <dsp:cNvSpPr/>
      </dsp:nvSpPr>
      <dsp:spPr>
        <a:xfrm>
          <a:off x="0" y="1576046"/>
          <a:ext cx="1150009" cy="730255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89D3A-1593-419F-B004-3C2C722B59FE}">
      <dsp:nvSpPr>
        <dsp:cNvPr id="0" name=""/>
        <dsp:cNvSpPr/>
      </dsp:nvSpPr>
      <dsp:spPr>
        <a:xfrm>
          <a:off x="127778" y="1697436"/>
          <a:ext cx="1150009" cy="730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Ingreso de datos personales </a:t>
          </a:r>
          <a:endParaRPr lang="es-CO" sz="1200" kern="1200" dirty="0"/>
        </a:p>
      </dsp:txBody>
      <dsp:txXfrm>
        <a:off x="149166" y="1718824"/>
        <a:ext cx="1107233" cy="687479"/>
      </dsp:txXfrm>
    </dsp:sp>
    <dsp:sp modelId="{6BF58F67-A8E4-4C44-A655-E16DBD60844A}">
      <dsp:nvSpPr>
        <dsp:cNvPr id="0" name=""/>
        <dsp:cNvSpPr/>
      </dsp:nvSpPr>
      <dsp:spPr>
        <a:xfrm>
          <a:off x="1405566" y="1576046"/>
          <a:ext cx="1150009" cy="730255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861A2-68DA-4E1B-ABEE-D8342CB9BCF2}">
      <dsp:nvSpPr>
        <dsp:cNvPr id="0" name=""/>
        <dsp:cNvSpPr/>
      </dsp:nvSpPr>
      <dsp:spPr>
        <a:xfrm>
          <a:off x="1533345" y="1697436"/>
          <a:ext cx="1150009" cy="730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Adjuntar documento PDF</a:t>
          </a:r>
          <a:endParaRPr lang="es-CO" sz="1200" kern="1200" dirty="0"/>
        </a:p>
      </dsp:txBody>
      <dsp:txXfrm>
        <a:off x="1554733" y="1718824"/>
        <a:ext cx="1107233" cy="687479"/>
      </dsp:txXfrm>
    </dsp:sp>
    <dsp:sp modelId="{6444DBF2-F7C0-4ABB-9ECA-D5051378FDF9}">
      <dsp:nvSpPr>
        <dsp:cNvPr id="0" name=""/>
        <dsp:cNvSpPr/>
      </dsp:nvSpPr>
      <dsp:spPr>
        <a:xfrm>
          <a:off x="2811133" y="1576046"/>
          <a:ext cx="1150009" cy="730255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F0E84-FBB6-4ED5-B713-B716A7D9D525}">
      <dsp:nvSpPr>
        <dsp:cNvPr id="0" name=""/>
        <dsp:cNvSpPr/>
      </dsp:nvSpPr>
      <dsp:spPr>
        <a:xfrm>
          <a:off x="2938911" y="1697436"/>
          <a:ext cx="1150009" cy="730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Confirmación vía email</a:t>
          </a:r>
          <a:endParaRPr lang="es-CO" sz="1200" kern="1200" dirty="0"/>
        </a:p>
      </dsp:txBody>
      <dsp:txXfrm>
        <a:off x="2960299" y="1718824"/>
        <a:ext cx="1107233" cy="6874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61542-2A35-41CF-9FFC-03AA8B6FE7C7}">
      <dsp:nvSpPr>
        <dsp:cNvPr id="0" name=""/>
        <dsp:cNvSpPr/>
      </dsp:nvSpPr>
      <dsp:spPr>
        <a:xfrm>
          <a:off x="1879177" y="1002813"/>
          <a:ext cx="882830" cy="32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145"/>
              </a:lnTo>
              <a:lnTo>
                <a:pt x="882830" y="188145"/>
              </a:lnTo>
              <a:lnTo>
                <a:pt x="882830" y="329530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6B20B-2C45-4FCC-A8BF-9B022A8F990C}">
      <dsp:nvSpPr>
        <dsp:cNvPr id="0" name=""/>
        <dsp:cNvSpPr/>
      </dsp:nvSpPr>
      <dsp:spPr>
        <a:xfrm>
          <a:off x="929254" y="1002813"/>
          <a:ext cx="949922" cy="410589"/>
        </a:xfrm>
        <a:custGeom>
          <a:avLst/>
          <a:gdLst/>
          <a:ahLst/>
          <a:cxnLst/>
          <a:rect l="0" t="0" r="0" b="0"/>
          <a:pathLst>
            <a:path>
              <a:moveTo>
                <a:pt x="949922" y="0"/>
              </a:moveTo>
              <a:lnTo>
                <a:pt x="949922" y="269203"/>
              </a:lnTo>
              <a:lnTo>
                <a:pt x="0" y="269203"/>
              </a:lnTo>
              <a:lnTo>
                <a:pt x="0" y="410589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CD7489-7F75-420E-9203-2222613DF59C}">
      <dsp:nvSpPr>
        <dsp:cNvPr id="0" name=""/>
        <dsp:cNvSpPr/>
      </dsp:nvSpPr>
      <dsp:spPr>
        <a:xfrm>
          <a:off x="1116078" y="33677"/>
          <a:ext cx="1526198" cy="969135"/>
        </a:xfrm>
        <a:prstGeom prst="roundRect">
          <a:avLst>
            <a:gd name="adj" fmla="val 10000"/>
          </a:avLst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5294-144C-4245-9DCC-3F12459DB93A}">
      <dsp:nvSpPr>
        <dsp:cNvPr id="0" name=""/>
        <dsp:cNvSpPr/>
      </dsp:nvSpPr>
      <dsp:spPr>
        <a:xfrm>
          <a:off x="1285655" y="194776"/>
          <a:ext cx="1526198" cy="969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i="1" kern="1200" dirty="0"/>
            <a:t>Consulta</a:t>
          </a:r>
          <a:endParaRPr lang="es-CO" sz="1600" b="1" i="1" kern="1200" dirty="0"/>
        </a:p>
      </dsp:txBody>
      <dsp:txXfrm>
        <a:off x="1314040" y="223161"/>
        <a:ext cx="1469428" cy="912365"/>
      </dsp:txXfrm>
    </dsp:sp>
    <dsp:sp modelId="{018C85CE-7B81-453A-9485-5B32053D45E4}">
      <dsp:nvSpPr>
        <dsp:cNvPr id="0" name=""/>
        <dsp:cNvSpPr/>
      </dsp:nvSpPr>
      <dsp:spPr>
        <a:xfrm>
          <a:off x="166155" y="1413402"/>
          <a:ext cx="1526198" cy="969135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89D3A-1593-419F-B004-3C2C722B59FE}">
      <dsp:nvSpPr>
        <dsp:cNvPr id="0" name=""/>
        <dsp:cNvSpPr/>
      </dsp:nvSpPr>
      <dsp:spPr>
        <a:xfrm>
          <a:off x="335733" y="1574501"/>
          <a:ext cx="1526198" cy="969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Listado de radicados </a:t>
          </a:r>
          <a:endParaRPr lang="es-CO" sz="1800" kern="1200" dirty="0"/>
        </a:p>
      </dsp:txBody>
      <dsp:txXfrm>
        <a:off x="364118" y="1602886"/>
        <a:ext cx="1469428" cy="912365"/>
      </dsp:txXfrm>
    </dsp:sp>
    <dsp:sp modelId="{6BF58F67-A8E4-4C44-A655-E16DBD60844A}">
      <dsp:nvSpPr>
        <dsp:cNvPr id="0" name=""/>
        <dsp:cNvSpPr/>
      </dsp:nvSpPr>
      <dsp:spPr>
        <a:xfrm>
          <a:off x="1998909" y="1332344"/>
          <a:ext cx="1526198" cy="969135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861A2-68DA-4E1B-ABEE-D8342CB9BCF2}">
      <dsp:nvSpPr>
        <dsp:cNvPr id="0" name=""/>
        <dsp:cNvSpPr/>
      </dsp:nvSpPr>
      <dsp:spPr>
        <a:xfrm>
          <a:off x="2168486" y="1493442"/>
          <a:ext cx="1526198" cy="969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Filtro por numero de radicado </a:t>
          </a:r>
          <a:endParaRPr lang="es-CO" sz="1800" kern="1200" dirty="0"/>
        </a:p>
      </dsp:txBody>
      <dsp:txXfrm>
        <a:off x="2196871" y="1521827"/>
        <a:ext cx="1469428" cy="9123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6B20B-2C45-4FCC-A8BF-9B022A8F990C}">
      <dsp:nvSpPr>
        <dsp:cNvPr id="0" name=""/>
        <dsp:cNvSpPr/>
      </dsp:nvSpPr>
      <dsp:spPr>
        <a:xfrm>
          <a:off x="1542512" y="962280"/>
          <a:ext cx="91440" cy="4402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0299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CD7489-7F75-420E-9203-2222613DF59C}">
      <dsp:nvSpPr>
        <dsp:cNvPr id="0" name=""/>
        <dsp:cNvSpPr/>
      </dsp:nvSpPr>
      <dsp:spPr>
        <a:xfrm>
          <a:off x="831270" y="938"/>
          <a:ext cx="1513924" cy="961341"/>
        </a:xfrm>
        <a:prstGeom prst="roundRect">
          <a:avLst>
            <a:gd name="adj" fmla="val 10000"/>
          </a:avLst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5294-144C-4245-9DCC-3F12459DB93A}">
      <dsp:nvSpPr>
        <dsp:cNvPr id="0" name=""/>
        <dsp:cNvSpPr/>
      </dsp:nvSpPr>
      <dsp:spPr>
        <a:xfrm>
          <a:off x="999483" y="160741"/>
          <a:ext cx="1513924" cy="961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1" kern="1200" dirty="0"/>
            <a:t>Autenticación</a:t>
          </a:r>
          <a:r>
            <a:rPr lang="es-MX" sz="1400" kern="1200" dirty="0"/>
            <a:t> </a:t>
          </a:r>
          <a:endParaRPr lang="es-CO" sz="1400" kern="1200" dirty="0"/>
        </a:p>
      </dsp:txBody>
      <dsp:txXfrm>
        <a:off x="1027640" y="188898"/>
        <a:ext cx="1457610" cy="905027"/>
      </dsp:txXfrm>
    </dsp:sp>
    <dsp:sp modelId="{018C85CE-7B81-453A-9485-5B32053D45E4}">
      <dsp:nvSpPr>
        <dsp:cNvPr id="0" name=""/>
        <dsp:cNvSpPr/>
      </dsp:nvSpPr>
      <dsp:spPr>
        <a:xfrm>
          <a:off x="831270" y="1402580"/>
          <a:ext cx="1513924" cy="961341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89D3A-1593-419F-B004-3C2C722B59FE}">
      <dsp:nvSpPr>
        <dsp:cNvPr id="0" name=""/>
        <dsp:cNvSpPr/>
      </dsp:nvSpPr>
      <dsp:spPr>
        <a:xfrm>
          <a:off x="999483" y="1562383"/>
          <a:ext cx="1513924" cy="961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Inicio de sesión</a:t>
          </a:r>
          <a:endParaRPr lang="es-CO" sz="1400" kern="1200" dirty="0"/>
        </a:p>
      </dsp:txBody>
      <dsp:txXfrm>
        <a:off x="1027640" y="1590540"/>
        <a:ext cx="1457610" cy="9050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6B20B-2C45-4FCC-A8BF-9B022A8F990C}">
      <dsp:nvSpPr>
        <dsp:cNvPr id="0" name=""/>
        <dsp:cNvSpPr/>
      </dsp:nvSpPr>
      <dsp:spPr>
        <a:xfrm>
          <a:off x="1400182" y="863680"/>
          <a:ext cx="91440" cy="3951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5109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CD7489-7F75-420E-9203-2222613DF59C}">
      <dsp:nvSpPr>
        <dsp:cNvPr id="0" name=""/>
        <dsp:cNvSpPr/>
      </dsp:nvSpPr>
      <dsp:spPr>
        <a:xfrm>
          <a:off x="766631" y="1006"/>
          <a:ext cx="1358542" cy="862674"/>
        </a:xfrm>
        <a:prstGeom prst="roundRect">
          <a:avLst>
            <a:gd name="adj" fmla="val 10000"/>
          </a:avLst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5294-144C-4245-9DCC-3F12459DB93A}">
      <dsp:nvSpPr>
        <dsp:cNvPr id="0" name=""/>
        <dsp:cNvSpPr/>
      </dsp:nvSpPr>
      <dsp:spPr>
        <a:xfrm>
          <a:off x="917580" y="144407"/>
          <a:ext cx="1358542" cy="8626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i="1" u="none" kern="1200" dirty="0"/>
            <a:t>Autenticació</a:t>
          </a:r>
          <a:r>
            <a:rPr lang="es-MX" sz="1300" b="1" i="1" kern="1200" dirty="0"/>
            <a:t>n</a:t>
          </a:r>
          <a:r>
            <a:rPr lang="es-MX" sz="1300" kern="1200" dirty="0"/>
            <a:t> </a:t>
          </a:r>
          <a:endParaRPr lang="es-CO" sz="1300" kern="1200" dirty="0"/>
        </a:p>
      </dsp:txBody>
      <dsp:txXfrm>
        <a:off x="942847" y="169674"/>
        <a:ext cx="1308008" cy="812140"/>
      </dsp:txXfrm>
    </dsp:sp>
    <dsp:sp modelId="{018C85CE-7B81-453A-9485-5B32053D45E4}">
      <dsp:nvSpPr>
        <dsp:cNvPr id="0" name=""/>
        <dsp:cNvSpPr/>
      </dsp:nvSpPr>
      <dsp:spPr>
        <a:xfrm>
          <a:off x="766631" y="1258789"/>
          <a:ext cx="1358542" cy="862674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89D3A-1593-419F-B004-3C2C722B59FE}">
      <dsp:nvSpPr>
        <dsp:cNvPr id="0" name=""/>
        <dsp:cNvSpPr/>
      </dsp:nvSpPr>
      <dsp:spPr>
        <a:xfrm>
          <a:off x="917580" y="1402191"/>
          <a:ext cx="1358542" cy="8626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Inicio de sesión</a:t>
          </a:r>
          <a:endParaRPr lang="es-CO" sz="1300" kern="1200" dirty="0"/>
        </a:p>
      </dsp:txBody>
      <dsp:txXfrm>
        <a:off x="942847" y="1427458"/>
        <a:ext cx="1308008" cy="8121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E794C-BF87-4892-948A-C4E828B4ACEA}">
      <dsp:nvSpPr>
        <dsp:cNvPr id="0" name=""/>
        <dsp:cNvSpPr/>
      </dsp:nvSpPr>
      <dsp:spPr>
        <a:xfrm>
          <a:off x="2060383" y="1020461"/>
          <a:ext cx="1430526" cy="355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766"/>
              </a:lnTo>
              <a:lnTo>
                <a:pt x="1430526" y="245766"/>
              </a:lnTo>
              <a:lnTo>
                <a:pt x="1430526" y="355598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61542-2A35-41CF-9FFC-03AA8B6FE7C7}">
      <dsp:nvSpPr>
        <dsp:cNvPr id="0" name=""/>
        <dsp:cNvSpPr/>
      </dsp:nvSpPr>
      <dsp:spPr>
        <a:xfrm>
          <a:off x="1996132" y="1020461"/>
          <a:ext cx="91440" cy="355598"/>
        </a:xfrm>
        <a:custGeom>
          <a:avLst/>
          <a:gdLst/>
          <a:ahLst/>
          <a:cxnLst/>
          <a:rect l="0" t="0" r="0" b="0"/>
          <a:pathLst>
            <a:path>
              <a:moveTo>
                <a:pt x="64250" y="0"/>
              </a:moveTo>
              <a:lnTo>
                <a:pt x="64250" y="245766"/>
              </a:lnTo>
              <a:lnTo>
                <a:pt x="45720" y="245766"/>
              </a:lnTo>
              <a:lnTo>
                <a:pt x="45720" y="355598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6B20B-2C45-4FCC-A8BF-9B022A8F990C}">
      <dsp:nvSpPr>
        <dsp:cNvPr id="0" name=""/>
        <dsp:cNvSpPr/>
      </dsp:nvSpPr>
      <dsp:spPr>
        <a:xfrm>
          <a:off x="592795" y="1020461"/>
          <a:ext cx="1467587" cy="355598"/>
        </a:xfrm>
        <a:custGeom>
          <a:avLst/>
          <a:gdLst/>
          <a:ahLst/>
          <a:cxnLst/>
          <a:rect l="0" t="0" r="0" b="0"/>
          <a:pathLst>
            <a:path>
              <a:moveTo>
                <a:pt x="1467587" y="0"/>
              </a:moveTo>
              <a:lnTo>
                <a:pt x="1467587" y="245766"/>
              </a:lnTo>
              <a:lnTo>
                <a:pt x="0" y="245766"/>
              </a:lnTo>
              <a:lnTo>
                <a:pt x="0" y="355598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CD7489-7F75-420E-9203-2222613DF59C}">
      <dsp:nvSpPr>
        <dsp:cNvPr id="0" name=""/>
        <dsp:cNvSpPr/>
      </dsp:nvSpPr>
      <dsp:spPr>
        <a:xfrm>
          <a:off x="1348577" y="26367"/>
          <a:ext cx="1423611" cy="994094"/>
        </a:xfrm>
        <a:prstGeom prst="roundRect">
          <a:avLst>
            <a:gd name="adj" fmla="val 10000"/>
          </a:avLst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5294-144C-4245-9DCC-3F12459DB93A}">
      <dsp:nvSpPr>
        <dsp:cNvPr id="0" name=""/>
        <dsp:cNvSpPr/>
      </dsp:nvSpPr>
      <dsp:spPr>
        <a:xfrm>
          <a:off x="1480310" y="151513"/>
          <a:ext cx="1423611" cy="9940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i="1" kern="1200" dirty="0"/>
            <a:t>Gestión PQRS</a:t>
          </a:r>
          <a:endParaRPr lang="es-CO" sz="1600" b="1" i="1" kern="1200" dirty="0"/>
        </a:p>
      </dsp:txBody>
      <dsp:txXfrm>
        <a:off x="1509426" y="180629"/>
        <a:ext cx="1365379" cy="935862"/>
      </dsp:txXfrm>
    </dsp:sp>
    <dsp:sp modelId="{018C85CE-7B81-453A-9485-5B32053D45E4}">
      <dsp:nvSpPr>
        <dsp:cNvPr id="0" name=""/>
        <dsp:cNvSpPr/>
      </dsp:nvSpPr>
      <dsp:spPr>
        <a:xfrm>
          <a:off x="0" y="1376059"/>
          <a:ext cx="1185591" cy="752850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89D3A-1593-419F-B004-3C2C722B59FE}">
      <dsp:nvSpPr>
        <dsp:cNvPr id="0" name=""/>
        <dsp:cNvSpPr/>
      </dsp:nvSpPr>
      <dsp:spPr>
        <a:xfrm>
          <a:off x="131732" y="1501205"/>
          <a:ext cx="1185591" cy="752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Cambio de estado con justificación </a:t>
          </a:r>
          <a:endParaRPr lang="es-CO" sz="1400" kern="1200" dirty="0"/>
        </a:p>
      </dsp:txBody>
      <dsp:txXfrm>
        <a:off x="153782" y="1523255"/>
        <a:ext cx="1141491" cy="708750"/>
      </dsp:txXfrm>
    </dsp:sp>
    <dsp:sp modelId="{6BF58F67-A8E4-4C44-A655-E16DBD60844A}">
      <dsp:nvSpPr>
        <dsp:cNvPr id="0" name=""/>
        <dsp:cNvSpPr/>
      </dsp:nvSpPr>
      <dsp:spPr>
        <a:xfrm>
          <a:off x="1449056" y="1376059"/>
          <a:ext cx="1185591" cy="752850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861A2-68DA-4E1B-ABEE-D8342CB9BCF2}">
      <dsp:nvSpPr>
        <dsp:cNvPr id="0" name=""/>
        <dsp:cNvSpPr/>
      </dsp:nvSpPr>
      <dsp:spPr>
        <a:xfrm>
          <a:off x="1580789" y="1501205"/>
          <a:ext cx="1185591" cy="752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Descargar PDF anexado</a:t>
          </a:r>
          <a:endParaRPr lang="es-CO" sz="1400" kern="1200" dirty="0"/>
        </a:p>
      </dsp:txBody>
      <dsp:txXfrm>
        <a:off x="1602839" y="1523255"/>
        <a:ext cx="1141491" cy="708750"/>
      </dsp:txXfrm>
    </dsp:sp>
    <dsp:sp modelId="{6444DBF2-F7C0-4ABB-9ECA-D5051378FDF9}">
      <dsp:nvSpPr>
        <dsp:cNvPr id="0" name=""/>
        <dsp:cNvSpPr/>
      </dsp:nvSpPr>
      <dsp:spPr>
        <a:xfrm>
          <a:off x="2898113" y="1376059"/>
          <a:ext cx="1185591" cy="752850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F0E84-FBB6-4ED5-B713-B716A7D9D525}">
      <dsp:nvSpPr>
        <dsp:cNvPr id="0" name=""/>
        <dsp:cNvSpPr/>
      </dsp:nvSpPr>
      <dsp:spPr>
        <a:xfrm>
          <a:off x="3029846" y="1501205"/>
          <a:ext cx="1185591" cy="752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Generación de reporte en PDF</a:t>
          </a:r>
          <a:endParaRPr lang="es-CO" sz="1400" kern="1200" dirty="0"/>
        </a:p>
      </dsp:txBody>
      <dsp:txXfrm>
        <a:off x="3051896" y="1523255"/>
        <a:ext cx="1141491" cy="7087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61542-2A35-41CF-9FFC-03AA8B6FE7C7}">
      <dsp:nvSpPr>
        <dsp:cNvPr id="0" name=""/>
        <dsp:cNvSpPr/>
      </dsp:nvSpPr>
      <dsp:spPr>
        <a:xfrm>
          <a:off x="2052227" y="1120310"/>
          <a:ext cx="815450" cy="3880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465"/>
              </a:lnTo>
              <a:lnTo>
                <a:pt x="815450" y="264465"/>
              </a:lnTo>
              <a:lnTo>
                <a:pt x="815450" y="388080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6B20B-2C45-4FCC-A8BF-9B022A8F990C}">
      <dsp:nvSpPr>
        <dsp:cNvPr id="0" name=""/>
        <dsp:cNvSpPr/>
      </dsp:nvSpPr>
      <dsp:spPr>
        <a:xfrm>
          <a:off x="1236777" y="1120310"/>
          <a:ext cx="815450" cy="388080"/>
        </a:xfrm>
        <a:custGeom>
          <a:avLst/>
          <a:gdLst/>
          <a:ahLst/>
          <a:cxnLst/>
          <a:rect l="0" t="0" r="0" b="0"/>
          <a:pathLst>
            <a:path>
              <a:moveTo>
                <a:pt x="815450" y="0"/>
              </a:moveTo>
              <a:lnTo>
                <a:pt x="815450" y="264465"/>
              </a:lnTo>
              <a:lnTo>
                <a:pt x="0" y="264465"/>
              </a:lnTo>
              <a:lnTo>
                <a:pt x="0" y="388080"/>
              </a:lnTo>
            </a:path>
          </a:pathLst>
        </a:custGeom>
        <a:noFill/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CD7489-7F75-420E-9203-2222613DF59C}">
      <dsp:nvSpPr>
        <dsp:cNvPr id="0" name=""/>
        <dsp:cNvSpPr/>
      </dsp:nvSpPr>
      <dsp:spPr>
        <a:xfrm>
          <a:off x="1251096" y="1466"/>
          <a:ext cx="1602262" cy="1118844"/>
        </a:xfrm>
        <a:prstGeom prst="roundRect">
          <a:avLst>
            <a:gd name="adj" fmla="val 10000"/>
          </a:avLst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5294-144C-4245-9DCC-3F12459DB93A}">
      <dsp:nvSpPr>
        <dsp:cNvPr id="0" name=""/>
        <dsp:cNvSpPr/>
      </dsp:nvSpPr>
      <dsp:spPr>
        <a:xfrm>
          <a:off x="1399360" y="142316"/>
          <a:ext cx="1602262" cy="1118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i="1" kern="1200" dirty="0"/>
            <a:t>Consulta PQRS</a:t>
          </a:r>
          <a:endParaRPr lang="es-CO" sz="1600" b="1" i="1" kern="1200" dirty="0"/>
        </a:p>
      </dsp:txBody>
      <dsp:txXfrm>
        <a:off x="1432130" y="175086"/>
        <a:ext cx="1536722" cy="1053304"/>
      </dsp:txXfrm>
    </dsp:sp>
    <dsp:sp modelId="{018C85CE-7B81-453A-9485-5B32053D45E4}">
      <dsp:nvSpPr>
        <dsp:cNvPr id="0" name=""/>
        <dsp:cNvSpPr/>
      </dsp:nvSpPr>
      <dsp:spPr>
        <a:xfrm>
          <a:off x="569590" y="1508391"/>
          <a:ext cx="1334373" cy="847327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89D3A-1593-419F-B004-3C2C722B59FE}">
      <dsp:nvSpPr>
        <dsp:cNvPr id="0" name=""/>
        <dsp:cNvSpPr/>
      </dsp:nvSpPr>
      <dsp:spPr>
        <a:xfrm>
          <a:off x="717853" y="1649241"/>
          <a:ext cx="1334373" cy="847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Listado completo de radicados </a:t>
          </a:r>
          <a:endParaRPr lang="es-CO" sz="1600" kern="1200" dirty="0"/>
        </a:p>
      </dsp:txBody>
      <dsp:txXfrm>
        <a:off x="742670" y="1674058"/>
        <a:ext cx="1284739" cy="797693"/>
      </dsp:txXfrm>
    </dsp:sp>
    <dsp:sp modelId="{6BF58F67-A8E4-4C44-A655-E16DBD60844A}">
      <dsp:nvSpPr>
        <dsp:cNvPr id="0" name=""/>
        <dsp:cNvSpPr/>
      </dsp:nvSpPr>
      <dsp:spPr>
        <a:xfrm>
          <a:off x="2200491" y="1508391"/>
          <a:ext cx="1334373" cy="847327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861A2-68DA-4E1B-ABEE-D8342CB9BCF2}">
      <dsp:nvSpPr>
        <dsp:cNvPr id="0" name=""/>
        <dsp:cNvSpPr/>
      </dsp:nvSpPr>
      <dsp:spPr>
        <a:xfrm>
          <a:off x="2348755" y="1649241"/>
          <a:ext cx="1334373" cy="847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Filtro por tipo y estado </a:t>
          </a:r>
          <a:endParaRPr lang="es-CO" sz="1600" kern="1200" dirty="0"/>
        </a:p>
      </dsp:txBody>
      <dsp:txXfrm>
        <a:off x="2373572" y="1674058"/>
        <a:ext cx="1284739" cy="797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5700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2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2335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4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1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92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8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9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8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15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96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E07B9-1899-1CDD-144B-9DEBDB5F0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/>
              <a:t>Sistema de Gestión de PQRS </a:t>
            </a:r>
            <a:r>
              <a:rPr lang="es-MX" b="1" dirty="0">
                <a:effectLst/>
              </a:rPr>
              <a:t>SuperMarket</a:t>
            </a:r>
            <a:br>
              <a:rPr lang="es-MX" b="1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A5E2F2-D34D-68E3-D31F-5E2D0F84C1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O" b="0" i="0" dirty="0">
                <a:effectLst/>
                <a:latin typeface="YAFdJt8dAY0_0"/>
              </a:rPr>
              <a:t>NICOLL ALEJANDRA DURAN </a:t>
            </a:r>
            <a:endParaRPr lang="es-CO" dirty="0">
              <a:effectLst/>
              <a:latin typeface="YAFdJt8dAY0_0"/>
            </a:endParaRPr>
          </a:p>
          <a:p>
            <a:r>
              <a:rPr lang="es-CO" b="0" i="0" dirty="0">
                <a:effectLst/>
                <a:latin typeface="YAFdJt8dAY0_0"/>
              </a:rPr>
              <a:t>SHARON KARINA CRUZ </a:t>
            </a:r>
            <a:endParaRPr lang="es-CO" dirty="0">
              <a:effectLst/>
              <a:latin typeface="YAFdJt8dAY0_0"/>
            </a:endParaRPr>
          </a:p>
          <a:p>
            <a:r>
              <a:rPr lang="es-CO" b="0" i="0" dirty="0">
                <a:effectLst/>
                <a:latin typeface="YAFdJt8dAY0_0"/>
              </a:rPr>
              <a:t>JUAN CAMILO PRIETO </a:t>
            </a:r>
            <a:endParaRPr lang="es-CO" dirty="0">
              <a:effectLst/>
              <a:latin typeface="YAFdJt8dAY0_0"/>
            </a:endParaRPr>
          </a:p>
          <a:p>
            <a:r>
              <a:rPr lang="es-CO" b="0" i="0" dirty="0">
                <a:effectLst/>
                <a:latin typeface="YAFdJt8dAY0_0"/>
              </a:rPr>
              <a:t>EDGAR MAURICIO MORENO</a:t>
            </a:r>
            <a:endParaRPr lang="es-CO" dirty="0">
              <a:effectLst/>
              <a:latin typeface="YAFdJt8dAY0_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98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0E37E-2024-5F87-F5F6-669FF95E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201" y="609600"/>
            <a:ext cx="5534026" cy="1456267"/>
          </a:xfrm>
        </p:spPr>
        <p:txBody>
          <a:bodyPr>
            <a:normAutofit/>
          </a:bodyPr>
          <a:lstStyle/>
          <a:p>
            <a:r>
              <a:rPr lang="es-MX" dirty="0"/>
              <a:t>Identificación de actores</a:t>
            </a:r>
            <a:endParaRPr lang="es-CO" dirty="0"/>
          </a:p>
        </p:txBody>
      </p:sp>
      <p:sp>
        <p:nvSpPr>
          <p:cNvPr id="4" name="Pergamino: horizontal 3">
            <a:extLst>
              <a:ext uri="{FF2B5EF4-FFF2-40B4-BE49-F238E27FC236}">
                <a16:creationId xmlns:a16="http://schemas.microsoft.com/office/drawing/2014/main" id="{DA46AE12-482A-58F5-6F66-6A7A125B6015}"/>
              </a:ext>
            </a:extLst>
          </p:cNvPr>
          <p:cNvSpPr/>
          <p:nvPr/>
        </p:nvSpPr>
        <p:spPr>
          <a:xfrm>
            <a:off x="5999512" y="2295072"/>
            <a:ext cx="5106838" cy="2251494"/>
          </a:xfrm>
          <a:prstGeom prst="horizontalScroll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Pergamino: horizontal 5">
            <a:extLst>
              <a:ext uri="{FF2B5EF4-FFF2-40B4-BE49-F238E27FC236}">
                <a16:creationId xmlns:a16="http://schemas.microsoft.com/office/drawing/2014/main" id="{FA520AA9-0E4D-B3F5-CA1C-B9FC8F15F894}"/>
              </a:ext>
            </a:extLst>
          </p:cNvPr>
          <p:cNvSpPr/>
          <p:nvPr/>
        </p:nvSpPr>
        <p:spPr>
          <a:xfrm>
            <a:off x="4418658" y="4513271"/>
            <a:ext cx="5039413" cy="2001328"/>
          </a:xfrm>
          <a:prstGeom prst="horizontalScroll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EC2547-FBE6-22B3-4D91-0D1C45DBB43B}"/>
              </a:ext>
            </a:extLst>
          </p:cNvPr>
          <p:cNvSpPr txBox="1"/>
          <p:nvPr/>
        </p:nvSpPr>
        <p:spPr>
          <a:xfrm>
            <a:off x="6302230" y="2820654"/>
            <a:ext cx="4501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Ciudadano / Cliente</a:t>
            </a:r>
          </a:p>
          <a:p>
            <a:r>
              <a:rPr lang="es-MX" dirty="0"/>
              <a:t>Radica peticiones, quejas, reclamos o sugerencias a través del sistema digital. No requiere registro previo.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CBDB4F-1F31-0D22-DEF7-A62A3BE555EE}"/>
              </a:ext>
            </a:extLst>
          </p:cNvPr>
          <p:cNvSpPr txBox="1"/>
          <p:nvPr/>
        </p:nvSpPr>
        <p:spPr>
          <a:xfrm>
            <a:off x="4687663" y="4913770"/>
            <a:ext cx="4501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Administrador / Gestor</a:t>
            </a:r>
          </a:p>
          <a:p>
            <a:r>
              <a:rPr lang="es-MX" dirty="0"/>
              <a:t>Recibe, clasifica, gestiona y resuelve cada PQRS registrado. Tiene acceso completo al panel de control.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D63866D-667D-9E01-B1AF-EB8DACC19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39087" cy="6858000"/>
          </a:xfrm>
          <a:prstGeom prst="rect">
            <a:avLst/>
          </a:prstGeom>
        </p:spPr>
      </p:pic>
      <p:sp>
        <p:nvSpPr>
          <p:cNvPr id="12" name="Pergamino: vertical 11">
            <a:extLst>
              <a:ext uri="{FF2B5EF4-FFF2-40B4-BE49-F238E27FC236}">
                <a16:creationId xmlns:a16="http://schemas.microsoft.com/office/drawing/2014/main" id="{CCE7F695-82A4-D8EF-97CD-E3B34ABD6495}"/>
              </a:ext>
            </a:extLst>
          </p:cNvPr>
          <p:cNvSpPr/>
          <p:nvPr/>
        </p:nvSpPr>
        <p:spPr>
          <a:xfrm>
            <a:off x="9597996" y="4546565"/>
            <a:ext cx="1881848" cy="2001328"/>
          </a:xfrm>
          <a:prstGeom prst="verticalScroll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tx1"/>
                </a:solidFill>
              </a:rPr>
              <a:t>Se asume que el Administrador y el Gestor son el mismo perfil interno de </a:t>
            </a:r>
            <a:r>
              <a:rPr lang="es-MX" sz="1050" dirty="0" err="1">
                <a:solidFill>
                  <a:schemeClr val="tx1"/>
                </a:solidFill>
              </a:rPr>
              <a:t>SuperMarket</a:t>
            </a:r>
            <a:r>
              <a:rPr lang="es-MX" sz="1050" dirty="0">
                <a:solidFill>
                  <a:schemeClr val="tx1"/>
                </a:solidFill>
              </a:rPr>
              <a:t>, con acceso completo tanto a la gestión de PQRS como a la administración de usuarios del sistema.</a:t>
            </a:r>
            <a:endParaRPr lang="es-CO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81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43898-2C7F-63EE-A297-4FBFB3CC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8208033" cy="102941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MX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Funcionalidades / historias de usuario (Ciudadano/Cliente)</a:t>
            </a:r>
            <a:endParaRPr lang="es-CO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C81FEAAF-8528-6659-5472-16EA397E8C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4721386"/>
              </p:ext>
            </p:extLst>
          </p:nvPr>
        </p:nvGraphicFramePr>
        <p:xfrm>
          <a:off x="318219" y="1710906"/>
          <a:ext cx="4088921" cy="2705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Diagrama 12">
            <a:extLst>
              <a:ext uri="{FF2B5EF4-FFF2-40B4-BE49-F238E27FC236}">
                <a16:creationId xmlns:a16="http://schemas.microsoft.com/office/drawing/2014/main" id="{2BE82E8E-8060-F480-3893-B5B16F868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3867820"/>
              </p:ext>
            </p:extLst>
          </p:nvPr>
        </p:nvGraphicFramePr>
        <p:xfrm>
          <a:off x="4409258" y="3140773"/>
          <a:ext cx="3893440" cy="2544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A3FF2B16-53D2-7AAD-50FE-E78A23BD19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4254184"/>
              </p:ext>
            </p:extLst>
          </p:nvPr>
        </p:nvGraphicFramePr>
        <p:xfrm>
          <a:off x="8033917" y="3936522"/>
          <a:ext cx="3344678" cy="2524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77337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FD3955C-0D20-2CB6-7431-C3678459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10354733" cy="1122947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MX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2.2.Funcionalidades/ historias de usuario (Administrador/Gestor)</a:t>
            </a:r>
            <a:endParaRPr lang="es-CO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4B5C0C8D-DDD7-EB09-53E1-995B6455B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317613"/>
              </p:ext>
            </p:extLst>
          </p:nvPr>
        </p:nvGraphicFramePr>
        <p:xfrm>
          <a:off x="8659987" y="4255908"/>
          <a:ext cx="3042754" cy="2265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4CC8A44E-9228-1CCE-B747-8A02BF950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2188518"/>
              </p:ext>
            </p:extLst>
          </p:nvPr>
        </p:nvGraphicFramePr>
        <p:xfrm>
          <a:off x="350808" y="2007827"/>
          <a:ext cx="4215438" cy="229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53351E38-AD60-EBD5-E9E4-2C50DC5757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1178468"/>
              </p:ext>
            </p:extLst>
          </p:nvPr>
        </p:nvGraphicFramePr>
        <p:xfrm>
          <a:off x="4572103" y="3037247"/>
          <a:ext cx="4252719" cy="2498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81672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772B-19A6-7B23-7CE8-DE4B2EE0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8A609-57AF-B5D3-19E2-9433FDDA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4300"/>
            <a:ext cx="10131425" cy="893233"/>
          </a:xfrm>
        </p:spPr>
        <p:txBody>
          <a:bodyPr/>
          <a:lstStyle/>
          <a:p>
            <a:r>
              <a:rPr lang="es-MX" dirty="0" err="1"/>
              <a:t>MVP's</a:t>
            </a:r>
            <a:endParaRPr lang="en-US" dirty="0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F2E7CC-0CF3-67DC-1CAC-213A334C9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9" y="1496604"/>
            <a:ext cx="9405029" cy="48704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000"/>
              <a:t>MVP 1:</a:t>
            </a:r>
            <a:endParaRPr lang="en-US" sz="1200"/>
          </a:p>
          <a:p>
            <a:pPr marL="0" indent="0">
              <a:buNone/>
            </a:pPr>
            <a:r>
              <a:rPr lang="es-CO" sz="2000"/>
              <a:t>  Radicar PQRS</a:t>
            </a:r>
            <a:endParaRPr lang="es-CO" sz="2000" dirty="0"/>
          </a:p>
          <a:p>
            <a:pPr marL="0" indent="0">
              <a:buNone/>
            </a:pPr>
            <a:r>
              <a:rPr lang="es-CO" sz="2000"/>
              <a:t>MVP 2:</a:t>
            </a:r>
            <a:endParaRPr lang="es-CO" sz="2000" dirty="0"/>
          </a:p>
          <a:p>
            <a:pPr marL="0" indent="0">
              <a:buNone/>
            </a:pPr>
            <a:r>
              <a:rPr lang="es-CO" sz="2000"/>
              <a:t>  Consultar radicados</a:t>
            </a:r>
            <a:endParaRPr lang="es-CO" sz="2000" dirty="0"/>
          </a:p>
          <a:p>
            <a:pPr marL="0" indent="0">
              <a:buNone/>
            </a:pPr>
            <a:r>
              <a:rPr lang="es-CO" sz="2000"/>
              <a:t>MVP 3:</a:t>
            </a:r>
            <a:endParaRPr lang="es-CO" sz="2000" dirty="0"/>
          </a:p>
          <a:p>
            <a:pPr marL="0" indent="0">
              <a:buNone/>
            </a:pPr>
            <a:r>
              <a:rPr lang="es-CO" sz="2000"/>
              <a:t>  Gestionar radicados</a:t>
            </a:r>
            <a:endParaRPr lang="es-CO" sz="2000" dirty="0"/>
          </a:p>
          <a:p>
            <a:pPr marL="0" indent="0">
              <a:buNone/>
            </a:pPr>
            <a:r>
              <a:rPr lang="es-CO" sz="2000"/>
              <a:t>MVP 4:</a:t>
            </a:r>
            <a:endParaRPr lang="es-CO" sz="2000" dirty="0"/>
          </a:p>
          <a:p>
            <a:pPr marL="0" indent="0">
              <a:buNone/>
            </a:pPr>
            <a:r>
              <a:rPr lang="es-CO" sz="2000" dirty="0"/>
              <a:t>  </a:t>
            </a:r>
            <a:r>
              <a:rPr lang="es-CO" sz="2000" dirty="0" err="1"/>
              <a:t>Login</a:t>
            </a:r>
            <a:endParaRPr lang="es-CO" sz="2000"/>
          </a:p>
          <a:p>
            <a:pPr marL="0" indent="0">
              <a:buNone/>
            </a:pPr>
            <a:r>
              <a:rPr lang="es-CO" sz="2000"/>
              <a:t>MVP 5:</a:t>
            </a:r>
            <a:endParaRPr lang="es-CO" sz="2000" dirty="0"/>
          </a:p>
          <a:p>
            <a:pPr marL="0" indent="0">
              <a:buNone/>
            </a:pPr>
            <a:r>
              <a:rPr lang="es-CO" sz="2000"/>
              <a:t>  Reportes y descarga de PDF</a:t>
            </a:r>
            <a:endParaRPr lang="es-CO" sz="2000" dirty="0"/>
          </a:p>
          <a:p>
            <a:pPr marL="0" indent="0">
              <a:buNone/>
            </a:pP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0636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8446B-C6A7-E929-10D8-46C1DE11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681" y="73804"/>
            <a:ext cx="4769119" cy="578129"/>
          </a:xfrm>
        </p:spPr>
        <p:txBody>
          <a:bodyPr>
            <a:normAutofit fontScale="90000"/>
          </a:bodyPr>
          <a:lstStyle/>
          <a:p>
            <a:r>
              <a:rPr lang="es-MX" dirty="0"/>
              <a:t>TABLA PERT</a:t>
            </a:r>
            <a:endParaRPr lang="es-CO" dirty="0"/>
          </a:p>
        </p:txBody>
      </p:sp>
      <p:graphicFrame>
        <p:nvGraphicFramePr>
          <p:cNvPr id="4" name="Marcador de contenido 4">
            <a:extLst>
              <a:ext uri="{FF2B5EF4-FFF2-40B4-BE49-F238E27FC236}">
                <a16:creationId xmlns:a16="http://schemas.microsoft.com/office/drawing/2014/main" id="{26958DE7-45EC-957B-CFFF-7E2768C915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348201"/>
              </p:ext>
            </p:extLst>
          </p:nvPr>
        </p:nvGraphicFramePr>
        <p:xfrm>
          <a:off x="395547" y="617076"/>
          <a:ext cx="10525664" cy="616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184">
                  <a:extLst>
                    <a:ext uri="{9D8B030D-6E8A-4147-A177-3AD203B41FA5}">
                      <a16:colId xmlns:a16="http://schemas.microsoft.com/office/drawing/2014/main" val="22582872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210720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803921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91539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4369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Tarea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Tiempo pesimista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Tiempo esperado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Tiempo optimista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Total H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06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Documentación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43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Realizar mockup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0,5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184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Arquitectura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0,5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Implementar 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7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Desarrollar backend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1,5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2.9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990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Desarrollar frontend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90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Integrar apis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044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0,5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62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de QA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1,5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60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Manales de usuario y tecnico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1.6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656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Desplegar software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0,5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685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16.5 H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350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7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D54FC-3A34-F9B4-5FD6-639D5AC1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" y="336882"/>
            <a:ext cx="9551291" cy="1026695"/>
          </a:xfrm>
        </p:spPr>
        <p:txBody>
          <a:bodyPr>
            <a:normAutofit fontScale="90000"/>
          </a:bodyPr>
          <a:lstStyle/>
          <a:p>
            <a:r>
              <a:rPr lang="es-MX" dirty="0"/>
              <a:t>PLANNING POKER (FUNCIONALIDADES CLIENTE)</a:t>
            </a:r>
            <a:endParaRPr lang="es-CO" dirty="0"/>
          </a:p>
        </p:txBody>
      </p:sp>
      <p:sp>
        <p:nvSpPr>
          <p:cNvPr id="4" name="Onda 3">
            <a:extLst>
              <a:ext uri="{FF2B5EF4-FFF2-40B4-BE49-F238E27FC236}">
                <a16:creationId xmlns:a16="http://schemas.microsoft.com/office/drawing/2014/main" id="{B76FA1D2-5BCC-6964-1951-66CFFB1A01AA}"/>
              </a:ext>
            </a:extLst>
          </p:cNvPr>
          <p:cNvSpPr/>
          <p:nvPr/>
        </p:nvSpPr>
        <p:spPr>
          <a:xfrm>
            <a:off x="385010" y="1668378"/>
            <a:ext cx="1860885" cy="1090863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Ingreso de datos personales</a:t>
            </a:r>
          </a:p>
        </p:txBody>
      </p:sp>
      <p:sp>
        <p:nvSpPr>
          <p:cNvPr id="5" name="Onda 4">
            <a:extLst>
              <a:ext uri="{FF2B5EF4-FFF2-40B4-BE49-F238E27FC236}">
                <a16:creationId xmlns:a16="http://schemas.microsoft.com/office/drawing/2014/main" id="{6DF3C533-131A-4D6A-27AA-0DAFECF16548}"/>
              </a:ext>
            </a:extLst>
          </p:cNvPr>
          <p:cNvSpPr/>
          <p:nvPr/>
        </p:nvSpPr>
        <p:spPr>
          <a:xfrm>
            <a:off x="337887" y="2695072"/>
            <a:ext cx="1908008" cy="1090863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Adjunto de documento PDF</a:t>
            </a:r>
          </a:p>
        </p:txBody>
      </p:sp>
      <p:sp>
        <p:nvSpPr>
          <p:cNvPr id="6" name="Onda 5">
            <a:extLst>
              <a:ext uri="{FF2B5EF4-FFF2-40B4-BE49-F238E27FC236}">
                <a16:creationId xmlns:a16="http://schemas.microsoft.com/office/drawing/2014/main" id="{0957D27D-73C1-7DD6-8E9C-18D21B7FA11C}"/>
              </a:ext>
            </a:extLst>
          </p:cNvPr>
          <p:cNvSpPr/>
          <p:nvPr/>
        </p:nvSpPr>
        <p:spPr>
          <a:xfrm>
            <a:off x="336883" y="3641557"/>
            <a:ext cx="1908007" cy="1171072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Confirmación por correo</a:t>
            </a:r>
          </a:p>
        </p:txBody>
      </p:sp>
      <p:sp>
        <p:nvSpPr>
          <p:cNvPr id="11" name="Onda 10">
            <a:extLst>
              <a:ext uri="{FF2B5EF4-FFF2-40B4-BE49-F238E27FC236}">
                <a16:creationId xmlns:a16="http://schemas.microsoft.com/office/drawing/2014/main" id="{9285A3F9-074E-577B-FB91-D07684ADCCA1}"/>
              </a:ext>
            </a:extLst>
          </p:cNvPr>
          <p:cNvSpPr/>
          <p:nvPr/>
        </p:nvSpPr>
        <p:spPr>
          <a:xfrm>
            <a:off x="320842" y="4604083"/>
            <a:ext cx="1924048" cy="1171072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>
                <a:solidFill>
                  <a:schemeClr val="tx1"/>
                </a:solidFill>
              </a:rPr>
              <a:t>Inicio de sesión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2" name="Onda 11">
            <a:extLst>
              <a:ext uri="{FF2B5EF4-FFF2-40B4-BE49-F238E27FC236}">
                <a16:creationId xmlns:a16="http://schemas.microsoft.com/office/drawing/2014/main" id="{E17C7C76-17BD-394D-621D-89A7BC11176D}"/>
              </a:ext>
            </a:extLst>
          </p:cNvPr>
          <p:cNvSpPr/>
          <p:nvPr/>
        </p:nvSpPr>
        <p:spPr>
          <a:xfrm>
            <a:off x="4235116" y="1668378"/>
            <a:ext cx="1860884" cy="1090863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Listado de radicados</a:t>
            </a:r>
          </a:p>
        </p:txBody>
      </p:sp>
      <p:sp>
        <p:nvSpPr>
          <p:cNvPr id="13" name="Onda 12">
            <a:extLst>
              <a:ext uri="{FF2B5EF4-FFF2-40B4-BE49-F238E27FC236}">
                <a16:creationId xmlns:a16="http://schemas.microsoft.com/office/drawing/2014/main" id="{E68B6DF3-E87A-8FEC-6C37-32D194DEF684}"/>
              </a:ext>
            </a:extLst>
          </p:cNvPr>
          <p:cNvSpPr/>
          <p:nvPr/>
        </p:nvSpPr>
        <p:spPr>
          <a:xfrm>
            <a:off x="4211554" y="2654967"/>
            <a:ext cx="1908007" cy="1171072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>
                <a:solidFill>
                  <a:schemeClr val="tx1"/>
                </a:solidFill>
              </a:rPr>
              <a:t>Filtro por número de radicado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B0A7BC3-9587-11CF-C60B-68FD8D58F22D}"/>
              </a:ext>
            </a:extLst>
          </p:cNvPr>
          <p:cNvSpPr/>
          <p:nvPr/>
        </p:nvSpPr>
        <p:spPr>
          <a:xfrm>
            <a:off x="2581720" y="1924597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8" name="Pergamino: horizontal 27">
            <a:extLst>
              <a:ext uri="{FF2B5EF4-FFF2-40B4-BE49-F238E27FC236}">
                <a16:creationId xmlns:a16="http://schemas.microsoft.com/office/drawing/2014/main" id="{54B5C290-2D54-8E9E-246B-822CFE0F573B}"/>
              </a:ext>
            </a:extLst>
          </p:cNvPr>
          <p:cNvSpPr/>
          <p:nvPr/>
        </p:nvSpPr>
        <p:spPr>
          <a:xfrm>
            <a:off x="8604050" y="863772"/>
            <a:ext cx="2536166" cy="1731035"/>
          </a:xfrm>
          <a:prstGeom prst="horizontalScroll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Teniendo en cuenta la formula de Fibonacci categorizamos las funcionalidades según la dificultad que representan tomando como base la tabla PERT del anterior punto</a:t>
            </a:r>
            <a:endParaRPr lang="es-CO" sz="1200" dirty="0">
              <a:solidFill>
                <a:schemeClr val="tx1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A4055E4-CE9E-A6CE-AFF8-BB9F9DED4248}"/>
              </a:ext>
            </a:extLst>
          </p:cNvPr>
          <p:cNvSpPr/>
          <p:nvPr/>
        </p:nvSpPr>
        <p:spPr>
          <a:xfrm>
            <a:off x="2587356" y="2959084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089AEB4-FA0A-BAF1-B171-B455B4492609}"/>
              </a:ext>
            </a:extLst>
          </p:cNvPr>
          <p:cNvSpPr/>
          <p:nvPr/>
        </p:nvSpPr>
        <p:spPr>
          <a:xfrm>
            <a:off x="2587811" y="3870988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EF61EA9-152B-464C-D694-DAFCBEF73A24}"/>
              </a:ext>
            </a:extLst>
          </p:cNvPr>
          <p:cNvSpPr/>
          <p:nvPr/>
        </p:nvSpPr>
        <p:spPr>
          <a:xfrm>
            <a:off x="2578730" y="4812629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0B66D25-14E4-7B49-9A3B-8F78009767EE}"/>
              </a:ext>
            </a:extLst>
          </p:cNvPr>
          <p:cNvSpPr/>
          <p:nvPr/>
        </p:nvSpPr>
        <p:spPr>
          <a:xfrm>
            <a:off x="6314536" y="1924597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661E97D-564C-FB5C-7CF5-CD0B1A03BF81}"/>
              </a:ext>
            </a:extLst>
          </p:cNvPr>
          <p:cNvSpPr/>
          <p:nvPr/>
        </p:nvSpPr>
        <p:spPr>
          <a:xfrm>
            <a:off x="6356089" y="2951364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1026" name="Picture 2" descr="La sucesión de Fibonacci, la fórmula matemática que explica la naturaleza |  Matbus. Blog de la Biblioteca de Matemáticas de Sevilla">
            <a:extLst>
              <a:ext uri="{FF2B5EF4-FFF2-40B4-BE49-F238E27FC236}">
                <a16:creationId xmlns:a16="http://schemas.microsoft.com/office/drawing/2014/main" id="{15351076-6E08-2518-DBF9-E5023E723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563" y="3826039"/>
            <a:ext cx="4668218" cy="261547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19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nda 7">
            <a:extLst>
              <a:ext uri="{FF2B5EF4-FFF2-40B4-BE49-F238E27FC236}">
                <a16:creationId xmlns:a16="http://schemas.microsoft.com/office/drawing/2014/main" id="{40D834E3-3777-4E39-48CA-2B72E7101B0E}"/>
              </a:ext>
            </a:extLst>
          </p:cNvPr>
          <p:cNvSpPr/>
          <p:nvPr/>
        </p:nvSpPr>
        <p:spPr>
          <a:xfrm>
            <a:off x="4539640" y="3381360"/>
            <a:ext cx="1668376" cy="1130892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Descarga de anexo PDF</a:t>
            </a:r>
          </a:p>
        </p:txBody>
      </p:sp>
      <p:sp>
        <p:nvSpPr>
          <p:cNvPr id="15" name="Onda 14">
            <a:extLst>
              <a:ext uri="{FF2B5EF4-FFF2-40B4-BE49-F238E27FC236}">
                <a16:creationId xmlns:a16="http://schemas.microsoft.com/office/drawing/2014/main" id="{8B8C770D-5139-658B-1585-CFABEB9C0CEC}"/>
              </a:ext>
            </a:extLst>
          </p:cNvPr>
          <p:cNvSpPr/>
          <p:nvPr/>
        </p:nvSpPr>
        <p:spPr>
          <a:xfrm>
            <a:off x="802103" y="3260956"/>
            <a:ext cx="1588166" cy="1323559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Listado completo de radicados</a:t>
            </a:r>
          </a:p>
        </p:txBody>
      </p:sp>
      <p:sp>
        <p:nvSpPr>
          <p:cNvPr id="16" name="Onda 15">
            <a:extLst>
              <a:ext uri="{FF2B5EF4-FFF2-40B4-BE49-F238E27FC236}">
                <a16:creationId xmlns:a16="http://schemas.microsoft.com/office/drawing/2014/main" id="{43BE3318-DCA4-3178-BE9A-2B809FA64058}"/>
              </a:ext>
            </a:extLst>
          </p:cNvPr>
          <p:cNvSpPr/>
          <p:nvPr/>
        </p:nvSpPr>
        <p:spPr>
          <a:xfrm>
            <a:off x="802104" y="2181723"/>
            <a:ext cx="1588165" cy="1066798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Inicio de sesión</a:t>
            </a:r>
          </a:p>
        </p:txBody>
      </p:sp>
      <p:sp>
        <p:nvSpPr>
          <p:cNvPr id="7" name="Onda 6">
            <a:extLst>
              <a:ext uri="{FF2B5EF4-FFF2-40B4-BE49-F238E27FC236}">
                <a16:creationId xmlns:a16="http://schemas.microsoft.com/office/drawing/2014/main" id="{4B62AAF1-6553-3F74-9912-5E8B3C6CED75}"/>
              </a:ext>
            </a:extLst>
          </p:cNvPr>
          <p:cNvSpPr/>
          <p:nvPr/>
        </p:nvSpPr>
        <p:spPr>
          <a:xfrm>
            <a:off x="4555680" y="2181723"/>
            <a:ext cx="1652336" cy="1130892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Cambio de estado con justificación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4" name="Onda 3">
            <a:extLst>
              <a:ext uri="{FF2B5EF4-FFF2-40B4-BE49-F238E27FC236}">
                <a16:creationId xmlns:a16="http://schemas.microsoft.com/office/drawing/2014/main" id="{6119240F-5F72-1CF2-38F8-50A4EDCE3726}"/>
              </a:ext>
            </a:extLst>
          </p:cNvPr>
          <p:cNvSpPr/>
          <p:nvPr/>
        </p:nvSpPr>
        <p:spPr>
          <a:xfrm>
            <a:off x="802104" y="4615384"/>
            <a:ext cx="1588165" cy="1130892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Filtro por tipo y estado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5A6AECE-CAFF-67ED-B116-6D8BC5CF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591845"/>
            <a:ext cx="8377268" cy="1325562"/>
          </a:xfrm>
        </p:spPr>
        <p:txBody>
          <a:bodyPr>
            <a:normAutofit fontScale="90000"/>
          </a:bodyPr>
          <a:lstStyle/>
          <a:p>
            <a:r>
              <a:rPr lang="es-MX" dirty="0"/>
              <a:t>PLANNING POKER (FUNCIONALIDADES USUARIO/ADMINISTRADOR)</a:t>
            </a:r>
            <a:endParaRPr lang="es-CO" dirty="0"/>
          </a:p>
        </p:txBody>
      </p:sp>
      <p:sp>
        <p:nvSpPr>
          <p:cNvPr id="6" name="Onda 5">
            <a:extLst>
              <a:ext uri="{FF2B5EF4-FFF2-40B4-BE49-F238E27FC236}">
                <a16:creationId xmlns:a16="http://schemas.microsoft.com/office/drawing/2014/main" id="{432D3A45-0979-480D-62FE-B6DC65CA7BE6}"/>
              </a:ext>
            </a:extLst>
          </p:cNvPr>
          <p:cNvSpPr/>
          <p:nvPr/>
        </p:nvSpPr>
        <p:spPr>
          <a:xfrm>
            <a:off x="4555680" y="4620152"/>
            <a:ext cx="1612228" cy="1090789"/>
          </a:xfrm>
          <a:prstGeom prst="wav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lvl="0"/>
            <a:r>
              <a:rPr lang="es-MX" dirty="0">
                <a:solidFill>
                  <a:schemeClr val="tx1"/>
                </a:solidFill>
              </a:rPr>
              <a:t>Generación de reporte en PDF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97DA2F-3EBA-DD88-349F-A2595B33F1E0}"/>
              </a:ext>
            </a:extLst>
          </p:cNvPr>
          <p:cNvSpPr/>
          <p:nvPr/>
        </p:nvSpPr>
        <p:spPr>
          <a:xfrm>
            <a:off x="2725944" y="2426137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069B425-B386-DF9A-E57D-47502D966879}"/>
              </a:ext>
            </a:extLst>
          </p:cNvPr>
          <p:cNvSpPr/>
          <p:nvPr/>
        </p:nvSpPr>
        <p:spPr>
          <a:xfrm>
            <a:off x="2711565" y="3690570"/>
            <a:ext cx="649860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AEC4792-4963-B0BF-58AE-7810BC8F8AF1}"/>
              </a:ext>
            </a:extLst>
          </p:cNvPr>
          <p:cNvSpPr/>
          <p:nvPr/>
        </p:nvSpPr>
        <p:spPr>
          <a:xfrm>
            <a:off x="2681829" y="4828138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1C0D43E-785E-4A1F-F9D9-C656D5667043}"/>
              </a:ext>
            </a:extLst>
          </p:cNvPr>
          <p:cNvSpPr/>
          <p:nvPr/>
        </p:nvSpPr>
        <p:spPr>
          <a:xfrm>
            <a:off x="6417558" y="2505817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FBBF359-8FA2-631E-2D57-60A6EADD2EB9}"/>
              </a:ext>
            </a:extLst>
          </p:cNvPr>
          <p:cNvSpPr/>
          <p:nvPr/>
        </p:nvSpPr>
        <p:spPr>
          <a:xfrm>
            <a:off x="6417558" y="3657821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5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8B11EE8-C9BC-CCFB-9E54-88440CAE06CD}"/>
              </a:ext>
            </a:extLst>
          </p:cNvPr>
          <p:cNvSpPr/>
          <p:nvPr/>
        </p:nvSpPr>
        <p:spPr>
          <a:xfrm>
            <a:off x="6426892" y="4891845"/>
            <a:ext cx="621102" cy="5779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33D43ED-DEDD-733D-B54F-7E8110C94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335" y="0"/>
            <a:ext cx="3566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15F9B-755A-866F-A17C-72AE774F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5" y="-82617"/>
            <a:ext cx="4722961" cy="1456267"/>
          </a:xfrm>
        </p:spPr>
        <p:txBody>
          <a:bodyPr/>
          <a:lstStyle/>
          <a:p>
            <a:r>
              <a:rPr lang="es-MX" dirty="0"/>
              <a:t>Capacidad del equipo</a:t>
            </a: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D60392-0CAE-AF94-C272-215224B7C1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373650"/>
            <a:ext cx="556259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integrantes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3.5 horas/día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(promedio de 3 a 4 horas)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 días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duración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Duración sprint: 2 semanas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>
                <a:latin typeface="Arial" panose="020B0604020202020204" pitchFamily="34" charset="0"/>
              </a:rPr>
              <a:t>17.5 horas semanales (L a 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>
                <a:latin typeface="Arial" panose="020B0604020202020204" pitchFamily="34" charset="0"/>
              </a:rPr>
              <a:t>Total PHU Backlog: 29</a:t>
            </a:r>
            <a:b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MX" b="1" dirty="0"/>
              <a:t>4 × 17.5 × 2 disponibles en total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MX" b="1" dirty="0"/>
              <a:t>= 140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lang="es-MX" b="1" dirty="0"/>
            </a:br>
            <a:r>
              <a:rPr lang="es-MX" b="1" dirty="0"/>
              <a:t>Factor de productividad del 76% =0.76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lang="es-MX" b="1" dirty="0"/>
            </a:br>
            <a:r>
              <a:rPr lang="es-MX" b="1" dirty="0"/>
              <a:t>140*0.76=106.4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CO" b="1" dirty="0"/>
              <a:t>106.4/16.5=6.44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CO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CO" b="1" dirty="0"/>
              <a:t>R/ </a:t>
            </a:r>
            <a:r>
              <a:rPr lang="es-CO" dirty="0"/>
              <a:t>Teniendo en cuenta los cálculos anteriormente planteados determinamos que se pueden realizar 6 funcionalidades como la tomada en este ejemplo.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07D4ED-E2DC-FB15-BB5F-0054D5209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437" y="488830"/>
            <a:ext cx="4115374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45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B2251-2BFD-B0DC-D763-E3C1D26D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4300"/>
            <a:ext cx="10131425" cy="893233"/>
          </a:xfrm>
        </p:spPr>
        <p:txBody>
          <a:bodyPr/>
          <a:lstStyle/>
          <a:p>
            <a:r>
              <a:rPr lang="es-MX" dirty="0"/>
              <a:t>Calculo de </a:t>
            </a:r>
            <a:r>
              <a:rPr lang="es-MX" dirty="0" err="1"/>
              <a:t>sprints</a:t>
            </a:r>
            <a:r>
              <a:rPr lang="es-MX" dirty="0"/>
              <a:t>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0DD6A8-29F4-F4FB-F972-76168585E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7" y="1223434"/>
            <a:ext cx="10397066" cy="528743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CO" sz="3200" dirty="0"/>
              <a:t>Sprint 1:    Ingreso de datos personales (1)</a:t>
            </a:r>
          </a:p>
          <a:p>
            <a:pPr marL="0" indent="0">
              <a:buNone/>
            </a:pPr>
            <a:r>
              <a:rPr lang="es-CO" sz="3200" dirty="0"/>
              <a:t>             	 Adjunto documento PDF (2)</a:t>
            </a:r>
          </a:p>
          <a:p>
            <a:pPr marL="0" indent="0">
              <a:buNone/>
            </a:pPr>
            <a:r>
              <a:rPr lang="es-CO" sz="3200" dirty="0"/>
              <a:t>             	 Confirmación por correo (3)         [Total: 6 PHU]</a:t>
            </a:r>
          </a:p>
          <a:p>
            <a:pPr marL="0" indent="0">
              <a:buNone/>
            </a:pPr>
            <a:r>
              <a:rPr lang="es-CO" sz="3200" dirty="0"/>
              <a:t>Sprint 2:   Inicio de sesión app (2)</a:t>
            </a:r>
          </a:p>
          <a:p>
            <a:pPr marL="0" indent="0">
              <a:buNone/>
            </a:pPr>
            <a:r>
              <a:rPr lang="es-CO" sz="3200" dirty="0"/>
              <a:t>             	 Listado de radicados app (2)</a:t>
            </a:r>
          </a:p>
          <a:p>
            <a:pPr marL="0" indent="0">
              <a:buNone/>
            </a:pPr>
            <a:r>
              <a:rPr lang="es-CO" sz="3200" dirty="0"/>
              <a:t>             	 Filtro por número de radicado (1)   [Total: 5 PHU]</a:t>
            </a:r>
          </a:p>
          <a:p>
            <a:pPr marL="0" indent="0">
              <a:buNone/>
            </a:pPr>
            <a:r>
              <a:rPr lang="es-CO" sz="3200" dirty="0"/>
              <a:t>Sprint 3:   Inicio de sesión web gestor (2)</a:t>
            </a:r>
          </a:p>
          <a:p>
            <a:pPr marL="0" indent="0">
              <a:buNone/>
            </a:pPr>
            <a:r>
              <a:rPr lang="es-CO" sz="3200" dirty="0"/>
              <a:t>             	 Listado completo de radicados (3)   [Total: 5 PHU]</a:t>
            </a:r>
          </a:p>
          <a:p>
            <a:pPr marL="0" indent="0">
              <a:buNone/>
            </a:pPr>
            <a:r>
              <a:rPr lang="es-CO" sz="3200" dirty="0"/>
              <a:t>Sprint 4:   Filtro por tipo y estado (2)</a:t>
            </a:r>
          </a:p>
          <a:p>
            <a:pPr marL="0" indent="0">
              <a:buNone/>
            </a:pPr>
            <a:r>
              <a:rPr lang="es-CO" sz="3200" dirty="0"/>
              <a:t>             	 Cambio de estado con justificación (3)  [Total: 5 PHU]</a:t>
            </a:r>
          </a:p>
          <a:p>
            <a:pPr marL="0" indent="0">
              <a:buNone/>
            </a:pPr>
            <a:r>
              <a:rPr lang="es-CO" sz="3200" dirty="0"/>
              <a:t>Sprint 5:   Generación de reporte en PDF (3)</a:t>
            </a:r>
          </a:p>
          <a:p>
            <a:pPr marL="0" indent="0">
              <a:buNone/>
            </a:pPr>
            <a:r>
              <a:rPr lang="es-CO" sz="3200"/>
              <a:t>             	 Descarga </a:t>
            </a:r>
            <a:r>
              <a:rPr lang="es-CO" sz="3200" dirty="0"/>
              <a:t>de anexo PDF (5)           [Total: 8 PHU*]</a:t>
            </a:r>
          </a:p>
          <a:p>
            <a:pPr marL="0" indent="0">
              <a:buNone/>
            </a:pPr>
            <a:r>
              <a:rPr lang="es-CO" sz="3200" dirty="0"/>
              <a:t>* Sprint 5 supera la capacidad nominal (6 PHU). Se justifica</a:t>
            </a:r>
          </a:p>
          <a:p>
            <a:pPr marL="0" indent="0">
              <a:buNone/>
            </a:pPr>
            <a:r>
              <a:rPr lang="es-CO" sz="3200" dirty="0"/>
              <a:t>  porque ambas funcionalidades son dependientes y cierran el producto.</a:t>
            </a:r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CO" dirty="0"/>
          </a:p>
        </p:txBody>
      </p:sp>
      <p:sp>
        <p:nvSpPr>
          <p:cNvPr id="5" name="Rectángulo: una sola esquina redondeada 4">
            <a:extLst>
              <a:ext uri="{FF2B5EF4-FFF2-40B4-BE49-F238E27FC236}">
                <a16:creationId xmlns:a16="http://schemas.microsoft.com/office/drawing/2014/main" id="{52F3F5B8-11B6-4E4D-88F1-7AD0B2357FDD}"/>
              </a:ext>
            </a:extLst>
          </p:cNvPr>
          <p:cNvSpPr/>
          <p:nvPr/>
        </p:nvSpPr>
        <p:spPr>
          <a:xfrm>
            <a:off x="8221133" y="2554198"/>
            <a:ext cx="2006599" cy="1179603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F98FDA-A76E-4E9D-98A5-C1DBB12814DD}"/>
              </a:ext>
            </a:extLst>
          </p:cNvPr>
          <p:cNvSpPr txBox="1"/>
          <p:nvPr/>
        </p:nvSpPr>
        <p:spPr>
          <a:xfrm>
            <a:off x="8221134" y="2700867"/>
            <a:ext cx="1845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Capacidad por Sprint: 6 PHU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90409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16B47-C642-08F9-E152-8E0139AA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39" y="822960"/>
            <a:ext cx="8229261" cy="1325562"/>
          </a:xfrm>
        </p:spPr>
        <p:txBody>
          <a:bodyPr>
            <a:normAutofit fontScale="90000"/>
          </a:bodyPr>
          <a:lstStyle/>
          <a:p>
            <a:r>
              <a:rPr lang="es-MX" sz="7200" b="1" i="1" cap="none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GRACIAS POR LA ATENCIÓN</a:t>
            </a:r>
            <a:endParaRPr lang="es-CO" sz="7200" b="1" i="1" cap="none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385461-4B58-23C2-07C2-9A2BC8F95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751" y="2065867"/>
            <a:ext cx="7840498" cy="433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19751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353</TotalTime>
  <Words>645</Words>
  <Application>Microsoft Office PowerPoint</Application>
  <PresentationFormat>Widescreen</PresentationFormat>
  <Paragraphs>154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Vista</vt:lpstr>
      <vt:lpstr>Sistema de Gestión de PQRS SuperMarket </vt:lpstr>
      <vt:lpstr>Identificación de actores</vt:lpstr>
      <vt:lpstr>Funcionalidades / historias de usuario (Ciudadano/Cliente)</vt:lpstr>
      <vt:lpstr>2.2.Funcionalidades/ historias de usuario (Administrador/Gestor)</vt:lpstr>
      <vt:lpstr>MVP's</vt:lpstr>
      <vt:lpstr>TABLA PERT</vt:lpstr>
      <vt:lpstr>PLANNING POKER (FUNCIONALIDADES CLIENTE)</vt:lpstr>
      <vt:lpstr>PLANNING POKER (FUNCIONALIDADES USUARIO/ADMINISTRADOR)</vt:lpstr>
      <vt:lpstr>Capacidad del equipo</vt:lpstr>
      <vt:lpstr>Calculo de sprints </vt:lpstr>
      <vt:lpstr>GRACIAS POR LA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PQRS SuperMarket</dc:title>
  <dc:creator>Edgar Mauricio Moreno Morillo</dc:creator>
  <cp:lastModifiedBy>Juan Camilo Prieto Mestizo</cp:lastModifiedBy>
  <cp:revision>51</cp:revision>
  <dcterms:created xsi:type="dcterms:W3CDTF">2026-04-14T18:25:43Z</dcterms:created>
  <dcterms:modified xsi:type="dcterms:W3CDTF">2026-05-02T02:32:21Z</dcterms:modified>
</cp:coreProperties>
</file>